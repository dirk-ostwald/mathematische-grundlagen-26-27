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7" r:id="rId4"/>
    <p:sldId id="259" r:id="rId5"/>
  </p:sldIdLst>
  <p:sldSz cx="82804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200" d="100"/>
          <a:sy n="200" d="100"/>
        </p:scale>
        <p:origin x="1248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030" y="883861"/>
            <a:ext cx="703834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5050" y="2836605"/>
            <a:ext cx="62103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121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398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5" y="1346420"/>
            <a:ext cx="7141845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965" y="3614203"/>
            <a:ext cx="7141845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1135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9278" y="1437680"/>
            <a:ext cx="3519170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1953" y="1437680"/>
            <a:ext cx="3519170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90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287537"/>
            <a:ext cx="7141845" cy="10438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357" y="1323916"/>
            <a:ext cx="350299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357" y="1972747"/>
            <a:ext cx="3502997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1953" y="1323916"/>
            <a:ext cx="3520249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1953" y="1972747"/>
            <a:ext cx="3520249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10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69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639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360045"/>
            <a:ext cx="2670645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0248" y="777598"/>
            <a:ext cx="4191953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6" y="1620202"/>
            <a:ext cx="2670645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6711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360045"/>
            <a:ext cx="2670645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20248" y="777598"/>
            <a:ext cx="4191953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6" y="1620202"/>
            <a:ext cx="2670645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630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88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25662" y="287536"/>
            <a:ext cx="1785461" cy="457682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278" y="287536"/>
            <a:ext cx="5252879" cy="457682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810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9278" y="287537"/>
            <a:ext cx="7141845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278" y="1437680"/>
            <a:ext cx="7141845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9278" y="5005627"/>
            <a:ext cx="186309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2883" y="5005627"/>
            <a:ext cx="279463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8033" y="5005627"/>
            <a:ext cx="186309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3377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1354E74-3F66-8E9B-C0F1-48A56AA0B5F6}"/>
              </a:ext>
            </a:extLst>
          </p:cNvPr>
          <p:cNvGrpSpPr/>
          <p:nvPr/>
        </p:nvGrpSpPr>
        <p:grpSpPr>
          <a:xfrm>
            <a:off x="2298606" y="1625528"/>
            <a:ext cx="3683187" cy="2149618"/>
            <a:chOff x="246316" y="1591218"/>
            <a:chExt cx="3683187" cy="2149618"/>
          </a:xfrm>
        </p:grpSpPr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B69F60D3-E4AA-BBEE-6D3B-31D558B570BB}"/>
                </a:ext>
              </a:extLst>
            </p:cNvPr>
            <p:cNvCxnSpPr>
              <a:cxnSpLocks/>
              <a:stCxn id="21" idx="3"/>
              <a:endCxn id="23" idx="1"/>
            </p:cNvCxnSpPr>
            <p:nvPr/>
          </p:nvCxnSpPr>
          <p:spPr>
            <a:xfrm>
              <a:off x="1312612" y="2223435"/>
              <a:ext cx="1851003" cy="2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EC294EA-B2DE-8ADB-CAA7-6B1F8C653204}"/>
                </a:ext>
              </a:extLst>
            </p:cNvPr>
            <p:cNvSpPr/>
            <p:nvPr/>
          </p:nvSpPr>
          <p:spPr>
            <a:xfrm>
              <a:off x="246316" y="2549709"/>
              <a:ext cx="1642312" cy="119112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1FB0F7FA-7D17-343F-BC87-8B30892ADAD1}"/>
                </a:ext>
              </a:extLst>
            </p:cNvPr>
            <p:cNvSpPr/>
            <p:nvPr/>
          </p:nvSpPr>
          <p:spPr>
            <a:xfrm>
              <a:off x="2738377" y="2549708"/>
              <a:ext cx="1191126" cy="1191126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1B1857A7-254A-FE09-A4CC-DF8ADEABE6B7}"/>
                    </a:ext>
                  </a:extLst>
                </p:cNvPr>
                <p:cNvSpPr txBox="1"/>
                <p:nvPr/>
              </p:nvSpPr>
              <p:spPr>
                <a:xfrm>
                  <a:off x="886685" y="2798818"/>
                  <a:ext cx="378822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1B1857A7-254A-FE09-A4CC-DF8ADEABE6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685" y="2798818"/>
                  <a:ext cx="378822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C80CE1FF-0FB1-5836-C83E-28B29B465656}"/>
                    </a:ext>
                  </a:extLst>
                </p:cNvPr>
                <p:cNvSpPr txBox="1"/>
                <p:nvPr/>
              </p:nvSpPr>
              <p:spPr>
                <a:xfrm>
                  <a:off x="1742666" y="2069544"/>
                  <a:ext cx="1025089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4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Funktion </a:t>
                  </a:r>
                  <a14:m>
                    <m:oMath xmlns:m="http://schemas.openxmlformats.org/officeDocument/2006/math">
                      <m:r>
                        <a:rPr lang="de-DE" sz="14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 lang="de-DE" sz="14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C80CE1FF-0FB1-5836-C83E-28B29B465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2666" y="2069544"/>
                  <a:ext cx="1025089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1786" t="-1961" b="-2156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43AAE69C-D801-361F-6CA9-10F0E5D52DEF}"/>
                </a:ext>
              </a:extLst>
            </p:cNvPr>
            <p:cNvSpPr txBox="1"/>
            <p:nvPr/>
          </p:nvSpPr>
          <p:spPr>
            <a:xfrm>
              <a:off x="321530" y="3152759"/>
              <a:ext cx="14818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Funktionsargument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879BBC0A-864C-9ACE-41AE-5D19516E1B58}"/>
                    </a:ext>
                  </a:extLst>
                </p:cNvPr>
                <p:cNvSpPr txBox="1"/>
                <p:nvPr/>
              </p:nvSpPr>
              <p:spPr>
                <a:xfrm>
                  <a:off x="3005068" y="2798818"/>
                  <a:ext cx="68499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879BBC0A-864C-9ACE-41AE-5D19516E1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5068" y="2798818"/>
                  <a:ext cx="684996" cy="353943"/>
                </a:xfrm>
                <a:prstGeom prst="rect">
                  <a:avLst/>
                </a:prstGeom>
                <a:blipFill>
                  <a:blip r:embed="rId4"/>
                  <a:stretch>
                    <a:fillRect b="-1034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D7871EE-34F4-EA68-F9D1-F3B3F0FD346A}"/>
                </a:ext>
              </a:extLst>
            </p:cNvPr>
            <p:cNvSpPr txBox="1"/>
            <p:nvPr/>
          </p:nvSpPr>
          <p:spPr>
            <a:xfrm>
              <a:off x="2780079" y="3152759"/>
              <a:ext cx="11317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Funktionswert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EC6A1BD8-08B1-A105-CDCD-864B67800CB2}"/>
                </a:ext>
              </a:extLst>
            </p:cNvPr>
            <p:cNvCxnSpPr>
              <a:cxnSpLocks/>
              <a:stCxn id="10" idx="3"/>
              <a:endCxn id="14" idx="1"/>
            </p:cNvCxnSpPr>
            <p:nvPr/>
          </p:nvCxnSpPr>
          <p:spPr>
            <a:xfrm>
              <a:off x="1265508" y="2975789"/>
              <a:ext cx="1739561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0EF03DFF-30A7-7703-7862-8A33C23353BE}"/>
                </a:ext>
              </a:extLst>
            </p:cNvPr>
            <p:cNvCxnSpPr>
              <a:cxnSpLocks/>
            </p:cNvCxnSpPr>
            <p:nvPr/>
          </p:nvCxnSpPr>
          <p:spPr>
            <a:xfrm>
              <a:off x="1258289" y="2903599"/>
              <a:ext cx="0" cy="144379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609023A-7167-4ADE-1CD4-5EE554F87022}"/>
                    </a:ext>
                  </a:extLst>
                </p:cNvPr>
                <p:cNvSpPr txBox="1"/>
                <p:nvPr/>
              </p:nvSpPr>
              <p:spPr>
                <a:xfrm>
                  <a:off x="898717" y="2046463"/>
                  <a:ext cx="413895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609023A-7167-4ADE-1CD4-5EE554F87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717" y="2046463"/>
                  <a:ext cx="413895" cy="3539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9E3D77C-1F37-0FF4-E80F-79C296648A35}"/>
                </a:ext>
              </a:extLst>
            </p:cNvPr>
            <p:cNvSpPr txBox="1"/>
            <p:nvPr/>
          </p:nvSpPr>
          <p:spPr>
            <a:xfrm>
              <a:off x="331536" y="1591218"/>
              <a:ext cx="15570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Definitionsmenge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60B7F663-EBFF-0550-C21C-7F7087DB63A0}"/>
                    </a:ext>
                  </a:extLst>
                </p:cNvPr>
                <p:cNvSpPr txBox="1"/>
                <p:nvPr/>
              </p:nvSpPr>
              <p:spPr>
                <a:xfrm>
                  <a:off x="3163614" y="2046750"/>
                  <a:ext cx="39196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60B7F663-EBFF-0550-C21C-7F7087DB6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3614" y="2046750"/>
                  <a:ext cx="391966" cy="3539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677CA04C-41DA-1A30-B2F0-5BB57C660B4A}"/>
                </a:ext>
              </a:extLst>
            </p:cNvPr>
            <p:cNvSpPr txBox="1"/>
            <p:nvPr/>
          </p:nvSpPr>
          <p:spPr>
            <a:xfrm>
              <a:off x="2851156" y="1601592"/>
              <a:ext cx="9896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Zielmenge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8315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6AF9336-95FD-5E12-B060-5CB3808C93D6}"/>
              </a:ext>
            </a:extLst>
          </p:cNvPr>
          <p:cNvGrpSpPr/>
          <p:nvPr/>
        </p:nvGrpSpPr>
        <p:grpSpPr>
          <a:xfrm>
            <a:off x="2675059" y="1934562"/>
            <a:ext cx="2930282" cy="1531550"/>
            <a:chOff x="2573733" y="2308529"/>
            <a:chExt cx="2930282" cy="1531550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1FB16929-8E7C-0029-A43A-24F46A3838D6}"/>
                </a:ext>
              </a:extLst>
            </p:cNvPr>
            <p:cNvSpPr/>
            <p:nvPr/>
          </p:nvSpPr>
          <p:spPr>
            <a:xfrm>
              <a:off x="2573733" y="2308529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BA0303A5-B23F-2013-82FA-C323148137DB}"/>
                    </a:ext>
                  </a:extLst>
                </p:cNvPr>
                <p:cNvSpPr txBox="1"/>
                <p:nvPr/>
              </p:nvSpPr>
              <p:spPr>
                <a:xfrm>
                  <a:off x="2903035" y="2516531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BA0303A5-B23F-2013-82FA-C32314813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3035" y="2516531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76BCB831-6D86-BF6A-0814-809C92623FC2}"/>
                    </a:ext>
                  </a:extLst>
                </p:cNvPr>
                <p:cNvSpPr txBox="1"/>
                <p:nvPr/>
              </p:nvSpPr>
              <p:spPr>
                <a:xfrm>
                  <a:off x="2917072" y="2923169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76BCB831-6D86-BF6A-0814-809C92623F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7072" y="2923169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E3606449-9740-9554-5F69-1EC2E747BB90}"/>
                    </a:ext>
                  </a:extLst>
                </p:cNvPr>
                <p:cNvSpPr txBox="1"/>
                <p:nvPr/>
              </p:nvSpPr>
              <p:spPr>
                <a:xfrm>
                  <a:off x="2913061" y="3286628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E3606449-9740-9554-5F69-1EC2E747B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3061" y="3286628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550BD48F-BC56-FE29-2EFE-BCF626CF7FA7}"/>
                </a:ext>
              </a:extLst>
            </p:cNvPr>
            <p:cNvSpPr/>
            <p:nvPr/>
          </p:nvSpPr>
          <p:spPr>
            <a:xfrm>
              <a:off x="4481807" y="2308529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7E34D3DD-7BD6-22D7-E060-01A3D6E4BDCC}"/>
                    </a:ext>
                  </a:extLst>
                </p:cNvPr>
                <p:cNvSpPr txBox="1"/>
                <p:nvPr/>
              </p:nvSpPr>
              <p:spPr>
                <a:xfrm>
                  <a:off x="4804787" y="2667431"/>
                  <a:ext cx="4097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7E34D3DD-7BD6-22D7-E060-01A3D6E4B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4787" y="2667431"/>
                  <a:ext cx="40972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BC049929-892A-A1A5-946D-ED7EFF8702E8}"/>
                    </a:ext>
                  </a:extLst>
                </p:cNvPr>
                <p:cNvSpPr txBox="1"/>
                <p:nvPr/>
              </p:nvSpPr>
              <p:spPr>
                <a:xfrm>
                  <a:off x="4792193" y="3109655"/>
                  <a:ext cx="3917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BC049929-892A-A1A5-946D-ED7EFF870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2193" y="3109655"/>
                  <a:ext cx="39171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F097B41D-B3D9-FC8A-9E70-59E6922B4773}"/>
                </a:ext>
              </a:extLst>
            </p:cNvPr>
            <p:cNvCxnSpPr>
              <a:cxnSpLocks/>
              <a:stCxn id="34" idx="3"/>
              <a:endCxn id="38" idx="1"/>
            </p:cNvCxnSpPr>
            <p:nvPr/>
          </p:nvCxnSpPr>
          <p:spPr>
            <a:xfrm>
              <a:off x="3280061" y="2693503"/>
              <a:ext cx="1524726" cy="1585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28002ED9-15C5-FACD-A26D-791589C96D29}"/>
                </a:ext>
              </a:extLst>
            </p:cNvPr>
            <p:cNvCxnSpPr>
              <a:cxnSpLocks/>
              <a:stCxn id="35" idx="3"/>
              <a:endCxn id="38" idx="1"/>
            </p:cNvCxnSpPr>
            <p:nvPr/>
          </p:nvCxnSpPr>
          <p:spPr>
            <a:xfrm flipV="1">
              <a:off x="3294099" y="2852098"/>
              <a:ext cx="1510689" cy="24804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0FE88C2B-75A6-CFC4-6DB1-92C845DF0E3F}"/>
                </a:ext>
              </a:extLst>
            </p:cNvPr>
            <p:cNvCxnSpPr>
              <a:cxnSpLocks/>
              <a:stCxn id="36" idx="3"/>
              <a:endCxn id="39" idx="1"/>
            </p:cNvCxnSpPr>
            <p:nvPr/>
          </p:nvCxnSpPr>
          <p:spPr>
            <a:xfrm flipV="1">
              <a:off x="3290087" y="3294321"/>
              <a:ext cx="1502106" cy="1692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7215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61E63D0-7A69-331C-72BA-306303F1A2DF}"/>
              </a:ext>
            </a:extLst>
          </p:cNvPr>
          <p:cNvGrpSpPr/>
          <p:nvPr/>
        </p:nvGrpSpPr>
        <p:grpSpPr>
          <a:xfrm>
            <a:off x="2675059" y="1731342"/>
            <a:ext cx="2930282" cy="1937990"/>
            <a:chOff x="2741521" y="1631921"/>
            <a:chExt cx="2930282" cy="1937990"/>
          </a:xfrm>
        </p:grpSpPr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7082284A-4C81-12B5-0709-DD3A548C74D0}"/>
                </a:ext>
              </a:extLst>
            </p:cNvPr>
            <p:cNvSpPr/>
            <p:nvPr/>
          </p:nvSpPr>
          <p:spPr>
            <a:xfrm>
              <a:off x="2741521" y="2038361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262112E7-96AC-41F5-7C1F-4B482CD887FD}"/>
                    </a:ext>
                  </a:extLst>
                </p:cNvPr>
                <p:cNvSpPr txBox="1"/>
                <p:nvPr/>
              </p:nvSpPr>
              <p:spPr>
                <a:xfrm>
                  <a:off x="3070823" y="2246364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262112E7-96AC-41F5-7C1F-4B482CD88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0823" y="2246364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4B9B93C1-62E7-5085-EF24-CD04B483227C}"/>
                    </a:ext>
                  </a:extLst>
                </p:cNvPr>
                <p:cNvSpPr txBox="1"/>
                <p:nvPr/>
              </p:nvSpPr>
              <p:spPr>
                <a:xfrm>
                  <a:off x="3084860" y="2653002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4B9B93C1-62E7-5085-EF24-CD04B4832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4860" y="2653002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feld 72">
                  <a:extLst>
                    <a:ext uri="{FF2B5EF4-FFF2-40B4-BE49-F238E27FC236}">
                      <a16:creationId xmlns:a16="http://schemas.microsoft.com/office/drawing/2014/main" id="{B9915F3E-307A-4B28-6C49-AD7E549008EC}"/>
                    </a:ext>
                  </a:extLst>
                </p:cNvPr>
                <p:cNvSpPr txBox="1"/>
                <p:nvPr/>
              </p:nvSpPr>
              <p:spPr>
                <a:xfrm>
                  <a:off x="3080849" y="3016461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3" name="Textfeld 72">
                  <a:extLst>
                    <a:ext uri="{FF2B5EF4-FFF2-40B4-BE49-F238E27FC236}">
                      <a16:creationId xmlns:a16="http://schemas.microsoft.com/office/drawing/2014/main" id="{B9915F3E-307A-4B28-6C49-AD7E54900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0849" y="3016461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483ABBC3-9D4B-5E70-A2EF-2A1C6F6CBF11}"/>
                </a:ext>
              </a:extLst>
            </p:cNvPr>
            <p:cNvSpPr/>
            <p:nvPr/>
          </p:nvSpPr>
          <p:spPr>
            <a:xfrm>
              <a:off x="4649595" y="2038361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feld 74">
                  <a:extLst>
                    <a:ext uri="{FF2B5EF4-FFF2-40B4-BE49-F238E27FC236}">
                      <a16:creationId xmlns:a16="http://schemas.microsoft.com/office/drawing/2014/main" id="{6ECCCCAE-E48C-BE28-A323-133D17C51F9A}"/>
                    </a:ext>
                  </a:extLst>
                </p:cNvPr>
                <p:cNvSpPr txBox="1"/>
                <p:nvPr/>
              </p:nvSpPr>
              <p:spPr>
                <a:xfrm>
                  <a:off x="4972575" y="2397263"/>
                  <a:ext cx="4097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5" name="Textfeld 74">
                  <a:extLst>
                    <a:ext uri="{FF2B5EF4-FFF2-40B4-BE49-F238E27FC236}">
                      <a16:creationId xmlns:a16="http://schemas.microsoft.com/office/drawing/2014/main" id="{6ECCCCAE-E48C-BE28-A323-133D17C51F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2575" y="2397263"/>
                  <a:ext cx="40972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A7415FEF-186D-941B-0969-04A0F0A08B31}"/>
                    </a:ext>
                  </a:extLst>
                </p:cNvPr>
                <p:cNvSpPr txBox="1"/>
                <p:nvPr/>
              </p:nvSpPr>
              <p:spPr>
                <a:xfrm>
                  <a:off x="4959981" y="2839487"/>
                  <a:ext cx="3917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A7415FEF-186D-941B-0969-04A0F0A08B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9981" y="2839487"/>
                  <a:ext cx="39171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Gerade Verbindung mit Pfeil 77">
              <a:extLst>
                <a:ext uri="{FF2B5EF4-FFF2-40B4-BE49-F238E27FC236}">
                  <a16:creationId xmlns:a16="http://schemas.microsoft.com/office/drawing/2014/main" id="{E31AE9E6-C894-FD95-9DE0-844F911C2ED3}"/>
                </a:ext>
              </a:extLst>
            </p:cNvPr>
            <p:cNvCxnSpPr>
              <a:cxnSpLocks/>
              <a:stCxn id="71" idx="3"/>
              <a:endCxn id="75" idx="1"/>
            </p:cNvCxnSpPr>
            <p:nvPr/>
          </p:nvCxnSpPr>
          <p:spPr>
            <a:xfrm>
              <a:off x="3447849" y="2423335"/>
              <a:ext cx="1524726" cy="1585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 Verbindung mit Pfeil 78">
              <a:extLst>
                <a:ext uri="{FF2B5EF4-FFF2-40B4-BE49-F238E27FC236}">
                  <a16:creationId xmlns:a16="http://schemas.microsoft.com/office/drawing/2014/main" id="{34109845-EF00-0A66-E36C-216D4B22B5D4}"/>
                </a:ext>
              </a:extLst>
            </p:cNvPr>
            <p:cNvCxnSpPr>
              <a:cxnSpLocks/>
              <a:stCxn id="73" idx="3"/>
              <a:endCxn id="76" idx="1"/>
            </p:cNvCxnSpPr>
            <p:nvPr/>
          </p:nvCxnSpPr>
          <p:spPr>
            <a:xfrm flipV="1">
              <a:off x="3457875" y="3024154"/>
              <a:ext cx="1502106" cy="16927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2BA13645-4102-1706-C647-ABD75C9B6E74}"/>
                </a:ext>
              </a:extLst>
            </p:cNvPr>
            <p:cNvSpPr txBox="1"/>
            <p:nvPr/>
          </p:nvSpPr>
          <p:spPr>
            <a:xfrm>
              <a:off x="3566710" y="1631921"/>
              <a:ext cx="13468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Keine Funktion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0875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2A2336E2-0F91-6DD8-EE23-0DAF3E6B4704}"/>
              </a:ext>
            </a:extLst>
          </p:cNvPr>
          <p:cNvGrpSpPr/>
          <p:nvPr/>
        </p:nvGrpSpPr>
        <p:grpSpPr>
          <a:xfrm>
            <a:off x="2675059" y="1748652"/>
            <a:ext cx="2930282" cy="1903370"/>
            <a:chOff x="4880309" y="1695117"/>
            <a:chExt cx="2930282" cy="1903370"/>
          </a:xfrm>
        </p:grpSpPr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E1FA178E-BF1E-8A99-8EED-D390775D33CC}"/>
                </a:ext>
              </a:extLst>
            </p:cNvPr>
            <p:cNvSpPr/>
            <p:nvPr/>
          </p:nvSpPr>
          <p:spPr>
            <a:xfrm>
              <a:off x="4880309" y="2066937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FDE57F9F-C9CB-3CB1-4241-C52E5B84689B}"/>
                    </a:ext>
                  </a:extLst>
                </p:cNvPr>
                <p:cNvSpPr txBox="1"/>
                <p:nvPr/>
              </p:nvSpPr>
              <p:spPr>
                <a:xfrm>
                  <a:off x="5209611" y="2274940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FDE57F9F-C9CB-3CB1-4241-C52E5B8468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9611" y="2274940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Textfeld 85">
                  <a:extLst>
                    <a:ext uri="{FF2B5EF4-FFF2-40B4-BE49-F238E27FC236}">
                      <a16:creationId xmlns:a16="http://schemas.microsoft.com/office/drawing/2014/main" id="{92F4EA48-0DAC-DB1D-A19F-9F9573A7A10F}"/>
                    </a:ext>
                  </a:extLst>
                </p:cNvPr>
                <p:cNvSpPr txBox="1"/>
                <p:nvPr/>
              </p:nvSpPr>
              <p:spPr>
                <a:xfrm>
                  <a:off x="5223648" y="2681578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86" name="Textfeld 85">
                  <a:extLst>
                    <a:ext uri="{FF2B5EF4-FFF2-40B4-BE49-F238E27FC236}">
                      <a16:creationId xmlns:a16="http://schemas.microsoft.com/office/drawing/2014/main" id="{92F4EA48-0DAC-DB1D-A19F-9F9573A7A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3648" y="2681578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feld 86">
                  <a:extLst>
                    <a:ext uri="{FF2B5EF4-FFF2-40B4-BE49-F238E27FC236}">
                      <a16:creationId xmlns:a16="http://schemas.microsoft.com/office/drawing/2014/main" id="{8F44F12A-603B-86C6-1EA8-E752BD4D608D}"/>
                    </a:ext>
                  </a:extLst>
                </p:cNvPr>
                <p:cNvSpPr txBox="1"/>
                <p:nvPr/>
              </p:nvSpPr>
              <p:spPr>
                <a:xfrm>
                  <a:off x="5219637" y="3045037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87" name="Textfeld 86">
                  <a:extLst>
                    <a:ext uri="{FF2B5EF4-FFF2-40B4-BE49-F238E27FC236}">
                      <a16:creationId xmlns:a16="http://schemas.microsoft.com/office/drawing/2014/main" id="{8F44F12A-603B-86C6-1EA8-E752BD4D6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9637" y="3045037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5B3A3C2C-5E6E-88BF-6824-7E7548E2B98C}"/>
                </a:ext>
              </a:extLst>
            </p:cNvPr>
            <p:cNvSpPr/>
            <p:nvPr/>
          </p:nvSpPr>
          <p:spPr>
            <a:xfrm>
              <a:off x="6788383" y="2066937"/>
              <a:ext cx="1022208" cy="153155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feld 88">
                  <a:extLst>
                    <a:ext uri="{FF2B5EF4-FFF2-40B4-BE49-F238E27FC236}">
                      <a16:creationId xmlns:a16="http://schemas.microsoft.com/office/drawing/2014/main" id="{3EF273C5-76DC-85DD-61CD-6048529BCE53}"/>
                    </a:ext>
                  </a:extLst>
                </p:cNvPr>
                <p:cNvSpPr txBox="1"/>
                <p:nvPr/>
              </p:nvSpPr>
              <p:spPr>
                <a:xfrm>
                  <a:off x="7111363" y="2425839"/>
                  <a:ext cx="4097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89" name="Textfeld 88">
                  <a:extLst>
                    <a:ext uri="{FF2B5EF4-FFF2-40B4-BE49-F238E27FC236}">
                      <a16:creationId xmlns:a16="http://schemas.microsoft.com/office/drawing/2014/main" id="{3EF273C5-76DC-85DD-61CD-6048529BC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1363" y="2425839"/>
                  <a:ext cx="40972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7362E628-10A6-6774-5689-F4EBBA34C466}"/>
                    </a:ext>
                  </a:extLst>
                </p:cNvPr>
                <p:cNvSpPr txBox="1"/>
                <p:nvPr/>
              </p:nvSpPr>
              <p:spPr>
                <a:xfrm>
                  <a:off x="7098769" y="2868063"/>
                  <a:ext cx="3917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7362E628-10A6-6774-5689-F4EBBA34C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8769" y="2868063"/>
                  <a:ext cx="39171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Gerade Verbindung mit Pfeil 90">
              <a:extLst>
                <a:ext uri="{FF2B5EF4-FFF2-40B4-BE49-F238E27FC236}">
                  <a16:creationId xmlns:a16="http://schemas.microsoft.com/office/drawing/2014/main" id="{94CB46E9-8EDA-24F1-9167-21E43DB41D14}"/>
                </a:ext>
              </a:extLst>
            </p:cNvPr>
            <p:cNvCxnSpPr>
              <a:cxnSpLocks/>
              <a:stCxn id="85" idx="3"/>
              <a:endCxn id="89" idx="1"/>
            </p:cNvCxnSpPr>
            <p:nvPr/>
          </p:nvCxnSpPr>
          <p:spPr>
            <a:xfrm>
              <a:off x="5586637" y="2451911"/>
              <a:ext cx="1524726" cy="1585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 Verbindung mit Pfeil 91">
              <a:extLst>
                <a:ext uri="{FF2B5EF4-FFF2-40B4-BE49-F238E27FC236}">
                  <a16:creationId xmlns:a16="http://schemas.microsoft.com/office/drawing/2014/main" id="{B7D6D63F-3400-7C59-9465-75523C62A4BD}"/>
                </a:ext>
              </a:extLst>
            </p:cNvPr>
            <p:cNvCxnSpPr>
              <a:cxnSpLocks/>
              <a:stCxn id="85" idx="3"/>
              <a:endCxn id="90" idx="1"/>
            </p:cNvCxnSpPr>
            <p:nvPr/>
          </p:nvCxnSpPr>
          <p:spPr>
            <a:xfrm>
              <a:off x="5586637" y="2451911"/>
              <a:ext cx="1512132" cy="6008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F4E8CE9B-FCA0-6543-853D-6390E6979ABC}"/>
                </a:ext>
              </a:extLst>
            </p:cNvPr>
            <p:cNvSpPr txBox="1"/>
            <p:nvPr/>
          </p:nvSpPr>
          <p:spPr>
            <a:xfrm>
              <a:off x="5682596" y="1695117"/>
              <a:ext cx="13468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Keine Funktion</a:t>
              </a:r>
            </a:p>
          </p:txBody>
        </p:sp>
        <p:cxnSp>
          <p:nvCxnSpPr>
            <p:cNvPr id="95" name="Gerade Verbindung mit Pfeil 94">
              <a:extLst>
                <a:ext uri="{FF2B5EF4-FFF2-40B4-BE49-F238E27FC236}">
                  <a16:creationId xmlns:a16="http://schemas.microsoft.com/office/drawing/2014/main" id="{BADBD119-F8EC-64F9-2071-139ACE48751F}"/>
                </a:ext>
              </a:extLst>
            </p:cNvPr>
            <p:cNvCxnSpPr>
              <a:cxnSpLocks/>
              <a:stCxn id="86" idx="3"/>
              <a:endCxn id="89" idx="1"/>
            </p:cNvCxnSpPr>
            <p:nvPr/>
          </p:nvCxnSpPr>
          <p:spPr>
            <a:xfrm flipV="1">
              <a:off x="5600675" y="2610505"/>
              <a:ext cx="1510689" cy="2480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235E7D2B-6686-282F-5BC7-7C7B80522B36}"/>
                </a:ext>
              </a:extLst>
            </p:cNvPr>
            <p:cNvCxnSpPr>
              <a:stCxn id="87" idx="3"/>
              <a:endCxn id="90" idx="1"/>
            </p:cNvCxnSpPr>
            <p:nvPr/>
          </p:nvCxnSpPr>
          <p:spPr>
            <a:xfrm flipV="1">
              <a:off x="5596663" y="3052730"/>
              <a:ext cx="1502106" cy="16927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4357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32</Words>
  <Application>Microsoft Office PowerPoint</Application>
  <PresentationFormat>Benutzerdefiniert</PresentationFormat>
  <Paragraphs>26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5</cp:revision>
  <dcterms:created xsi:type="dcterms:W3CDTF">2024-09-19T04:48:59Z</dcterms:created>
  <dcterms:modified xsi:type="dcterms:W3CDTF">2024-09-23T04:50:35Z</dcterms:modified>
</cp:coreProperties>
</file>