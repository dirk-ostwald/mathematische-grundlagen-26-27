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8" r:id="rId3"/>
    <p:sldId id="257" r:id="rId4"/>
    <p:sldId id="259" r:id="rId5"/>
  </p:sldIdLst>
  <p:sldSz cx="5400675" cy="3600450"/>
  <p:notesSz cx="6858000" cy="9144000"/>
  <p:defaultTextStyle>
    <a:defPPr>
      <a:defRPr lang="en-US"/>
    </a:defPPr>
    <a:lvl1pPr marL="0" algn="l" defTabSz="4571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8" algn="l" defTabSz="4571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36" algn="l" defTabSz="4571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53" algn="l" defTabSz="4571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70" algn="l" defTabSz="4571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88" algn="l" defTabSz="4571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06" algn="l" defTabSz="4571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24" algn="l" defTabSz="4571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41" algn="l" defTabSz="4571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88" autoAdjust="0"/>
    <p:restoredTop sz="94660"/>
  </p:normalViewPr>
  <p:slideViewPr>
    <p:cSldViewPr snapToGrid="0">
      <p:cViewPr varScale="1">
        <p:scale>
          <a:sx n="295" d="100"/>
          <a:sy n="295" d="100"/>
        </p:scale>
        <p:origin x="1920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589243"/>
            <a:ext cx="4590574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7" y="1891073"/>
            <a:ext cx="4050506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25" indent="0" algn="ctr">
              <a:buNone/>
              <a:defRPr sz="1050"/>
            </a:lvl2pPr>
            <a:lvl3pPr marL="480050" indent="0" algn="ctr">
              <a:buNone/>
              <a:defRPr sz="945"/>
            </a:lvl3pPr>
            <a:lvl4pPr marL="720075" indent="0" algn="ctr">
              <a:buNone/>
              <a:defRPr sz="840"/>
            </a:lvl4pPr>
            <a:lvl5pPr marL="960100" indent="0" algn="ctr">
              <a:buNone/>
              <a:defRPr sz="840"/>
            </a:lvl5pPr>
            <a:lvl6pPr marL="1200125" indent="0" algn="ctr">
              <a:buNone/>
              <a:defRPr sz="840"/>
            </a:lvl6pPr>
            <a:lvl7pPr marL="1440152" indent="0" algn="ctr">
              <a:buNone/>
              <a:defRPr sz="840"/>
            </a:lvl7pPr>
            <a:lvl8pPr marL="1680176" indent="0" algn="ctr">
              <a:buNone/>
              <a:defRPr sz="840"/>
            </a:lvl8pPr>
            <a:lvl9pPr marL="1920202" indent="0" algn="ctr">
              <a:buNone/>
              <a:defRPr sz="84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1636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518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5" y="897616"/>
            <a:ext cx="4658083" cy="1497686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5" y="2409471"/>
            <a:ext cx="4658083" cy="787597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1pPr>
            <a:lvl2pPr marL="240025" indent="0">
              <a:buNone/>
              <a:defRPr sz="1050">
                <a:solidFill>
                  <a:schemeClr val="tx1">
                    <a:tint val="82000"/>
                  </a:schemeClr>
                </a:solidFill>
              </a:defRPr>
            </a:lvl2pPr>
            <a:lvl3pPr marL="48005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3pPr>
            <a:lvl4pPr marL="720075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4pPr>
            <a:lvl5pPr marL="96010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5pPr>
            <a:lvl6pPr marL="1200125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6pPr>
            <a:lvl7pPr marL="1440152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7pPr>
            <a:lvl8pPr marL="1680176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8pPr>
            <a:lvl9pPr marL="1920202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1656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9" y="958453"/>
            <a:ext cx="2295287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4" y="958453"/>
            <a:ext cx="2295287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2983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1" y="191691"/>
            <a:ext cx="4658083" cy="6959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882610"/>
            <a:ext cx="2284738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25" indent="0">
              <a:buNone/>
              <a:defRPr sz="1050" b="1"/>
            </a:lvl2pPr>
            <a:lvl3pPr marL="480050" indent="0">
              <a:buNone/>
              <a:defRPr sz="945" b="1"/>
            </a:lvl3pPr>
            <a:lvl4pPr marL="720075" indent="0">
              <a:buNone/>
              <a:defRPr sz="840" b="1"/>
            </a:lvl4pPr>
            <a:lvl5pPr marL="960100" indent="0">
              <a:buNone/>
              <a:defRPr sz="840" b="1"/>
            </a:lvl5pPr>
            <a:lvl6pPr marL="1200125" indent="0">
              <a:buNone/>
              <a:defRPr sz="840" b="1"/>
            </a:lvl6pPr>
            <a:lvl7pPr marL="1440152" indent="0">
              <a:buNone/>
              <a:defRPr sz="840" b="1"/>
            </a:lvl7pPr>
            <a:lvl8pPr marL="1680176" indent="0">
              <a:buNone/>
              <a:defRPr sz="840" b="1"/>
            </a:lvl8pPr>
            <a:lvl9pPr marL="1920202" indent="0">
              <a:buNone/>
              <a:defRPr sz="84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1315165"/>
            <a:ext cx="2284738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4" y="882610"/>
            <a:ext cx="2295990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25" indent="0">
              <a:buNone/>
              <a:defRPr sz="1050" b="1"/>
            </a:lvl2pPr>
            <a:lvl3pPr marL="480050" indent="0">
              <a:buNone/>
              <a:defRPr sz="945" b="1"/>
            </a:lvl3pPr>
            <a:lvl4pPr marL="720075" indent="0">
              <a:buNone/>
              <a:defRPr sz="840" b="1"/>
            </a:lvl4pPr>
            <a:lvl5pPr marL="960100" indent="0">
              <a:buNone/>
              <a:defRPr sz="840" b="1"/>
            </a:lvl5pPr>
            <a:lvl6pPr marL="1200125" indent="0">
              <a:buNone/>
              <a:defRPr sz="840" b="1"/>
            </a:lvl6pPr>
            <a:lvl7pPr marL="1440152" indent="0">
              <a:buNone/>
              <a:defRPr sz="840" b="1"/>
            </a:lvl7pPr>
            <a:lvl8pPr marL="1680176" indent="0">
              <a:buNone/>
              <a:defRPr sz="840" b="1"/>
            </a:lvl8pPr>
            <a:lvl9pPr marL="1920202" indent="0">
              <a:buNone/>
              <a:defRPr sz="84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4" y="1315165"/>
            <a:ext cx="2295990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7131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5848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7022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1" y="240032"/>
            <a:ext cx="174185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518401"/>
            <a:ext cx="2734092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1" y="1080135"/>
            <a:ext cx="174185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25" indent="0">
              <a:buNone/>
              <a:defRPr sz="735"/>
            </a:lvl2pPr>
            <a:lvl3pPr marL="480050" indent="0">
              <a:buNone/>
              <a:defRPr sz="630"/>
            </a:lvl3pPr>
            <a:lvl4pPr marL="720075" indent="0">
              <a:buNone/>
              <a:defRPr sz="525"/>
            </a:lvl4pPr>
            <a:lvl5pPr marL="960100" indent="0">
              <a:buNone/>
              <a:defRPr sz="525"/>
            </a:lvl5pPr>
            <a:lvl6pPr marL="1200125" indent="0">
              <a:buNone/>
              <a:defRPr sz="525"/>
            </a:lvl6pPr>
            <a:lvl7pPr marL="1440152" indent="0">
              <a:buNone/>
              <a:defRPr sz="525"/>
            </a:lvl7pPr>
            <a:lvl8pPr marL="1680176" indent="0">
              <a:buNone/>
              <a:defRPr sz="525"/>
            </a:lvl8pPr>
            <a:lvl9pPr marL="1920202" indent="0">
              <a:buNone/>
              <a:defRPr sz="52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0178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1" y="240032"/>
            <a:ext cx="174185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518401"/>
            <a:ext cx="2734092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25" indent="0">
              <a:buNone/>
              <a:defRPr sz="1470"/>
            </a:lvl2pPr>
            <a:lvl3pPr marL="480050" indent="0">
              <a:buNone/>
              <a:defRPr sz="1260"/>
            </a:lvl3pPr>
            <a:lvl4pPr marL="720075" indent="0">
              <a:buNone/>
              <a:defRPr sz="1050"/>
            </a:lvl4pPr>
            <a:lvl5pPr marL="960100" indent="0">
              <a:buNone/>
              <a:defRPr sz="1050"/>
            </a:lvl5pPr>
            <a:lvl6pPr marL="1200125" indent="0">
              <a:buNone/>
              <a:defRPr sz="1050"/>
            </a:lvl6pPr>
            <a:lvl7pPr marL="1440152" indent="0">
              <a:buNone/>
              <a:defRPr sz="1050"/>
            </a:lvl7pPr>
            <a:lvl8pPr marL="1680176" indent="0">
              <a:buNone/>
              <a:defRPr sz="1050"/>
            </a:lvl8pPr>
            <a:lvl9pPr marL="1920202" indent="0">
              <a:buNone/>
              <a:defRPr sz="105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1" y="1080135"/>
            <a:ext cx="174185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25" indent="0">
              <a:buNone/>
              <a:defRPr sz="735"/>
            </a:lvl2pPr>
            <a:lvl3pPr marL="480050" indent="0">
              <a:buNone/>
              <a:defRPr sz="630"/>
            </a:lvl3pPr>
            <a:lvl4pPr marL="720075" indent="0">
              <a:buNone/>
              <a:defRPr sz="525"/>
            </a:lvl4pPr>
            <a:lvl5pPr marL="960100" indent="0">
              <a:buNone/>
              <a:defRPr sz="525"/>
            </a:lvl5pPr>
            <a:lvl6pPr marL="1200125" indent="0">
              <a:buNone/>
              <a:defRPr sz="525"/>
            </a:lvl6pPr>
            <a:lvl7pPr marL="1440152" indent="0">
              <a:buNone/>
              <a:defRPr sz="525"/>
            </a:lvl7pPr>
            <a:lvl8pPr marL="1680176" indent="0">
              <a:buNone/>
              <a:defRPr sz="525"/>
            </a:lvl8pPr>
            <a:lvl9pPr marL="1920202" indent="0">
              <a:buNone/>
              <a:defRPr sz="52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608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2352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191691"/>
            <a:ext cx="1164522" cy="305121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8" y="191691"/>
            <a:ext cx="3426052" cy="305121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9352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9" y="191691"/>
            <a:ext cx="4658083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9" y="958453"/>
            <a:ext cx="4658083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9" y="3337086"/>
            <a:ext cx="121515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6" y="3337086"/>
            <a:ext cx="1822728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9" y="3337086"/>
            <a:ext cx="121515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5994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480050" rtl="0" eaLnBrk="1" latinLnBrk="0" hangingPunct="1">
        <a:lnSpc>
          <a:spcPct val="90000"/>
        </a:lnSpc>
        <a:spcBef>
          <a:spcPct val="0"/>
        </a:spcBef>
        <a:buNone/>
        <a:defRPr sz="23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3" indent="-120013" algn="l" defTabSz="48005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38" indent="-120013" algn="l" defTabSz="48005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63" indent="-120013" algn="l" defTabSz="48005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089" indent="-120013" algn="l" defTabSz="48005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13" indent="-120013" algn="l" defTabSz="48005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39" indent="-120013" algn="l" defTabSz="48005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63" indent="-120013" algn="l" defTabSz="48005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9" indent="-120013" algn="l" defTabSz="48005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15" indent="-120013" algn="l" defTabSz="48005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5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25" algn="l" defTabSz="48005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50" algn="l" defTabSz="48005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75" algn="l" defTabSz="48005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00" algn="l" defTabSz="48005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25" algn="l" defTabSz="48005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52" algn="l" defTabSz="48005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176" algn="l" defTabSz="48005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02" algn="l" defTabSz="48005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61354E74-3F66-8E9B-C0F1-48A56AA0B5F6}"/>
              </a:ext>
            </a:extLst>
          </p:cNvPr>
          <p:cNvGrpSpPr/>
          <p:nvPr/>
        </p:nvGrpSpPr>
        <p:grpSpPr>
          <a:xfrm>
            <a:off x="858747" y="725417"/>
            <a:ext cx="3683187" cy="2149618"/>
            <a:chOff x="246316" y="1591218"/>
            <a:chExt cx="3683187" cy="2149618"/>
          </a:xfrm>
        </p:grpSpPr>
        <p:cxnSp>
          <p:nvCxnSpPr>
            <p:cNvPr id="27" name="Gerade Verbindung mit Pfeil 26">
              <a:extLst>
                <a:ext uri="{FF2B5EF4-FFF2-40B4-BE49-F238E27FC236}">
                  <a16:creationId xmlns:a16="http://schemas.microsoft.com/office/drawing/2014/main" id="{B69F60D3-E4AA-BBEE-6D3B-31D558B570BB}"/>
                </a:ext>
              </a:extLst>
            </p:cNvPr>
            <p:cNvCxnSpPr>
              <a:cxnSpLocks/>
              <a:stCxn id="21" idx="3"/>
              <a:endCxn id="23" idx="1"/>
            </p:cNvCxnSpPr>
            <p:nvPr/>
          </p:nvCxnSpPr>
          <p:spPr>
            <a:xfrm>
              <a:off x="1312613" y="2223435"/>
              <a:ext cx="1851001" cy="28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3EC294EA-B2DE-8ADB-CAA7-6B1F8C653204}"/>
                </a:ext>
              </a:extLst>
            </p:cNvPr>
            <p:cNvSpPr/>
            <p:nvPr/>
          </p:nvSpPr>
          <p:spPr>
            <a:xfrm>
              <a:off x="246316" y="2549709"/>
              <a:ext cx="1642312" cy="1191127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4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1FB0F7FA-7D17-343F-BC87-8B30892ADAD1}"/>
                </a:ext>
              </a:extLst>
            </p:cNvPr>
            <p:cNvSpPr/>
            <p:nvPr/>
          </p:nvSpPr>
          <p:spPr>
            <a:xfrm>
              <a:off x="2738377" y="2549708"/>
              <a:ext cx="1191126" cy="1191126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4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1B1857A7-254A-FE09-A4CC-DF8ADEABE6B7}"/>
                    </a:ext>
                  </a:extLst>
                </p:cNvPr>
                <p:cNvSpPr txBox="1"/>
                <p:nvPr/>
              </p:nvSpPr>
              <p:spPr>
                <a:xfrm>
                  <a:off x="886685" y="2798818"/>
                  <a:ext cx="378822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1B1857A7-254A-FE09-A4CC-DF8ADEABE6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685" y="2798818"/>
                  <a:ext cx="378822" cy="35394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C80CE1FF-0FB1-5836-C83E-28B29B465656}"/>
                    </a:ext>
                  </a:extLst>
                </p:cNvPr>
                <p:cNvSpPr txBox="1"/>
                <p:nvPr/>
              </p:nvSpPr>
              <p:spPr>
                <a:xfrm>
                  <a:off x="1742666" y="2069544"/>
                  <a:ext cx="1025089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1400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rPr>
                    <a:t>Funktion </a:t>
                  </a:r>
                  <a14:m>
                    <m:oMath xmlns:m="http://schemas.openxmlformats.org/officeDocument/2006/math">
                      <m:r>
                        <a:rPr lang="de-DE" sz="1400" i="1"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endParaRPr lang="de-DE" sz="14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C80CE1FF-0FB1-5836-C83E-28B29B4656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2666" y="2069544"/>
                  <a:ext cx="1025089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1786" b="-21569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43AAE69C-D801-361F-6CA9-10F0E5D52DEF}"/>
                </a:ext>
              </a:extLst>
            </p:cNvPr>
            <p:cNvSpPr txBox="1"/>
            <p:nvPr/>
          </p:nvSpPr>
          <p:spPr>
            <a:xfrm>
              <a:off x="321530" y="3152759"/>
              <a:ext cx="14510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Funktionsargument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879BBC0A-864C-9ACE-41AE-5D19516E1B58}"/>
                    </a:ext>
                  </a:extLst>
                </p:cNvPr>
                <p:cNvSpPr txBox="1"/>
                <p:nvPr/>
              </p:nvSpPr>
              <p:spPr>
                <a:xfrm>
                  <a:off x="3005068" y="2798818"/>
                  <a:ext cx="684995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879BBC0A-864C-9ACE-41AE-5D19516E1B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5068" y="2798818"/>
                  <a:ext cx="684995" cy="353943"/>
                </a:xfrm>
                <a:prstGeom prst="rect">
                  <a:avLst/>
                </a:prstGeom>
                <a:blipFill>
                  <a:blip r:embed="rId4"/>
                  <a:stretch>
                    <a:fillRect b="-12069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2D7871EE-34F4-EA68-F9D1-F3B3F0FD346A}"/>
                </a:ext>
              </a:extLst>
            </p:cNvPr>
            <p:cNvSpPr txBox="1"/>
            <p:nvPr/>
          </p:nvSpPr>
          <p:spPr>
            <a:xfrm>
              <a:off x="2780080" y="3152759"/>
              <a:ext cx="11160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Funktionswert</a:t>
              </a:r>
            </a:p>
          </p:txBody>
        </p:sp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EC6A1BD8-08B1-A105-CDCD-864B67800CB2}"/>
                </a:ext>
              </a:extLst>
            </p:cNvPr>
            <p:cNvCxnSpPr>
              <a:cxnSpLocks/>
              <a:stCxn id="10" idx="3"/>
              <a:endCxn id="14" idx="1"/>
            </p:cNvCxnSpPr>
            <p:nvPr/>
          </p:nvCxnSpPr>
          <p:spPr>
            <a:xfrm>
              <a:off x="1265507" y="2975790"/>
              <a:ext cx="1739561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0EF03DFF-30A7-7703-7862-8A33C23353BE}"/>
                </a:ext>
              </a:extLst>
            </p:cNvPr>
            <p:cNvCxnSpPr>
              <a:cxnSpLocks/>
            </p:cNvCxnSpPr>
            <p:nvPr/>
          </p:nvCxnSpPr>
          <p:spPr>
            <a:xfrm>
              <a:off x="1258289" y="2903599"/>
              <a:ext cx="0" cy="144379"/>
            </a:xfrm>
            <a:prstGeom prst="line">
              <a:avLst/>
            </a:prstGeom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8609023A-7167-4ADE-1CD4-5EE554F87022}"/>
                    </a:ext>
                  </a:extLst>
                </p:cNvPr>
                <p:cNvSpPr txBox="1"/>
                <p:nvPr/>
              </p:nvSpPr>
              <p:spPr>
                <a:xfrm>
                  <a:off x="898717" y="2046463"/>
                  <a:ext cx="41389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8609023A-7167-4ADE-1CD4-5EE554F870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717" y="2046463"/>
                  <a:ext cx="413896" cy="3539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F9E3D77C-1F37-0FF4-E80F-79C296648A35}"/>
                </a:ext>
              </a:extLst>
            </p:cNvPr>
            <p:cNvSpPr txBox="1"/>
            <p:nvPr/>
          </p:nvSpPr>
          <p:spPr>
            <a:xfrm>
              <a:off x="331536" y="1591218"/>
              <a:ext cx="1497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Definitionsmenge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60B7F663-EBFF-0550-C21C-7F7087DB63A0}"/>
                    </a:ext>
                  </a:extLst>
                </p:cNvPr>
                <p:cNvSpPr txBox="1"/>
                <p:nvPr/>
              </p:nvSpPr>
              <p:spPr>
                <a:xfrm>
                  <a:off x="3163614" y="2046750"/>
                  <a:ext cx="391967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60B7F663-EBFF-0550-C21C-7F7087DB63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3614" y="2046750"/>
                  <a:ext cx="391967" cy="35394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677CA04C-41DA-1A30-B2F0-5BB57C660B4A}"/>
                </a:ext>
              </a:extLst>
            </p:cNvPr>
            <p:cNvSpPr txBox="1"/>
            <p:nvPr/>
          </p:nvSpPr>
          <p:spPr>
            <a:xfrm>
              <a:off x="2851155" y="1601592"/>
              <a:ext cx="96051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Zielmenge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8315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F6AF9336-95FD-5E12-B060-5CB3808C93D6}"/>
              </a:ext>
            </a:extLst>
          </p:cNvPr>
          <p:cNvGrpSpPr/>
          <p:nvPr/>
        </p:nvGrpSpPr>
        <p:grpSpPr>
          <a:xfrm>
            <a:off x="1235197" y="1034450"/>
            <a:ext cx="2930282" cy="1531550"/>
            <a:chOff x="2573733" y="2308529"/>
            <a:chExt cx="2930282" cy="1531550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1FB16929-8E7C-0029-A43A-24F46A3838D6}"/>
                </a:ext>
              </a:extLst>
            </p:cNvPr>
            <p:cNvSpPr/>
            <p:nvPr/>
          </p:nvSpPr>
          <p:spPr>
            <a:xfrm>
              <a:off x="2573733" y="2308529"/>
              <a:ext cx="1022208" cy="1531550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4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BA0303A5-B23F-2013-82FA-C323148137DB}"/>
                    </a:ext>
                  </a:extLst>
                </p:cNvPr>
                <p:cNvSpPr txBox="1"/>
                <p:nvPr/>
              </p:nvSpPr>
              <p:spPr>
                <a:xfrm>
                  <a:off x="2903036" y="2516531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BA0303A5-B23F-2013-82FA-C323148137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3036" y="2516531"/>
                  <a:ext cx="377026" cy="35394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76BCB831-6D86-BF6A-0814-809C92623FC2}"/>
                    </a:ext>
                  </a:extLst>
                </p:cNvPr>
                <p:cNvSpPr txBox="1"/>
                <p:nvPr/>
              </p:nvSpPr>
              <p:spPr>
                <a:xfrm>
                  <a:off x="2917072" y="2923169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76BCB831-6D86-BF6A-0814-809C92623F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7072" y="2923169"/>
                  <a:ext cx="377026" cy="35394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E3606449-9740-9554-5F69-1EC2E747BB90}"/>
                    </a:ext>
                  </a:extLst>
                </p:cNvPr>
                <p:cNvSpPr txBox="1"/>
                <p:nvPr/>
              </p:nvSpPr>
              <p:spPr>
                <a:xfrm>
                  <a:off x="2913062" y="3286628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E3606449-9740-9554-5F69-1EC2E747BB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3062" y="3286628"/>
                  <a:ext cx="377026" cy="3539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550BD48F-BC56-FE29-2EFE-BCF626CF7FA7}"/>
                </a:ext>
              </a:extLst>
            </p:cNvPr>
            <p:cNvSpPr/>
            <p:nvPr/>
          </p:nvSpPr>
          <p:spPr>
            <a:xfrm>
              <a:off x="4481807" y="2308529"/>
              <a:ext cx="1022208" cy="1531550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4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7E34D3DD-7BD6-22D7-E060-01A3D6E4BDCC}"/>
                    </a:ext>
                  </a:extLst>
                </p:cNvPr>
                <p:cNvSpPr txBox="1"/>
                <p:nvPr/>
              </p:nvSpPr>
              <p:spPr>
                <a:xfrm>
                  <a:off x="4804787" y="2667431"/>
                  <a:ext cx="352661" cy="3139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40" i="1" dirty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de-DE" sz="144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7E34D3DD-7BD6-22D7-E060-01A3D6E4BD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4787" y="2667431"/>
                  <a:ext cx="352661" cy="3139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feld 38">
                  <a:extLst>
                    <a:ext uri="{FF2B5EF4-FFF2-40B4-BE49-F238E27FC236}">
                      <a16:creationId xmlns:a16="http://schemas.microsoft.com/office/drawing/2014/main" id="{BC049929-892A-A1A5-946D-ED7EFF8702E8}"/>
                    </a:ext>
                  </a:extLst>
                </p:cNvPr>
                <p:cNvSpPr txBox="1"/>
                <p:nvPr/>
              </p:nvSpPr>
              <p:spPr>
                <a:xfrm>
                  <a:off x="4792193" y="3109656"/>
                  <a:ext cx="349005" cy="3139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40" i="1" dirty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de-DE" sz="144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39" name="Textfeld 38">
                  <a:extLst>
                    <a:ext uri="{FF2B5EF4-FFF2-40B4-BE49-F238E27FC236}">
                      <a16:creationId xmlns:a16="http://schemas.microsoft.com/office/drawing/2014/main" id="{BC049929-892A-A1A5-946D-ED7EFF8702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2193" y="3109656"/>
                  <a:ext cx="349005" cy="3139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F097B41D-B3D9-FC8A-9E70-59E6922B4773}"/>
                </a:ext>
              </a:extLst>
            </p:cNvPr>
            <p:cNvCxnSpPr>
              <a:cxnSpLocks/>
              <a:stCxn id="34" idx="3"/>
              <a:endCxn id="38" idx="1"/>
            </p:cNvCxnSpPr>
            <p:nvPr/>
          </p:nvCxnSpPr>
          <p:spPr>
            <a:xfrm>
              <a:off x="3280062" y="2693503"/>
              <a:ext cx="1524725" cy="13089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mit Pfeil 45">
              <a:extLst>
                <a:ext uri="{FF2B5EF4-FFF2-40B4-BE49-F238E27FC236}">
                  <a16:creationId xmlns:a16="http://schemas.microsoft.com/office/drawing/2014/main" id="{28002ED9-15C5-FACD-A26D-791589C96D29}"/>
                </a:ext>
              </a:extLst>
            </p:cNvPr>
            <p:cNvCxnSpPr>
              <a:cxnSpLocks/>
              <a:stCxn id="35" idx="3"/>
              <a:endCxn id="38" idx="1"/>
            </p:cNvCxnSpPr>
            <p:nvPr/>
          </p:nvCxnSpPr>
          <p:spPr>
            <a:xfrm flipV="1">
              <a:off x="3294098" y="2824397"/>
              <a:ext cx="1510689" cy="27574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mit Pfeil 48">
              <a:extLst>
                <a:ext uri="{FF2B5EF4-FFF2-40B4-BE49-F238E27FC236}">
                  <a16:creationId xmlns:a16="http://schemas.microsoft.com/office/drawing/2014/main" id="{0FE88C2B-75A6-CFC4-6DB1-92C845DF0E3F}"/>
                </a:ext>
              </a:extLst>
            </p:cNvPr>
            <p:cNvCxnSpPr>
              <a:cxnSpLocks/>
              <a:stCxn id="36" idx="3"/>
              <a:endCxn id="39" idx="1"/>
            </p:cNvCxnSpPr>
            <p:nvPr/>
          </p:nvCxnSpPr>
          <p:spPr>
            <a:xfrm flipV="1">
              <a:off x="3290088" y="3266622"/>
              <a:ext cx="1502105" cy="19697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17215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861E63D0-7A69-331C-72BA-306303F1A2DF}"/>
              </a:ext>
            </a:extLst>
          </p:cNvPr>
          <p:cNvGrpSpPr/>
          <p:nvPr/>
        </p:nvGrpSpPr>
        <p:grpSpPr>
          <a:xfrm>
            <a:off x="1235197" y="831230"/>
            <a:ext cx="2930282" cy="1937990"/>
            <a:chOff x="2741521" y="1631921"/>
            <a:chExt cx="2930282" cy="1937990"/>
          </a:xfrm>
        </p:grpSpPr>
        <p:sp>
          <p:nvSpPr>
            <p:cNvPr id="70" name="Ellipse 69">
              <a:extLst>
                <a:ext uri="{FF2B5EF4-FFF2-40B4-BE49-F238E27FC236}">
                  <a16:creationId xmlns:a16="http://schemas.microsoft.com/office/drawing/2014/main" id="{7082284A-4C81-12B5-0709-DD3A548C74D0}"/>
                </a:ext>
              </a:extLst>
            </p:cNvPr>
            <p:cNvSpPr/>
            <p:nvPr/>
          </p:nvSpPr>
          <p:spPr>
            <a:xfrm>
              <a:off x="2741521" y="2038361"/>
              <a:ext cx="1022208" cy="1531550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4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Textfeld 70">
                  <a:extLst>
                    <a:ext uri="{FF2B5EF4-FFF2-40B4-BE49-F238E27FC236}">
                      <a16:creationId xmlns:a16="http://schemas.microsoft.com/office/drawing/2014/main" id="{262112E7-96AC-41F5-7C1F-4B482CD887FD}"/>
                    </a:ext>
                  </a:extLst>
                </p:cNvPr>
                <p:cNvSpPr txBox="1"/>
                <p:nvPr/>
              </p:nvSpPr>
              <p:spPr>
                <a:xfrm>
                  <a:off x="3070824" y="2246364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71" name="Textfeld 70">
                  <a:extLst>
                    <a:ext uri="{FF2B5EF4-FFF2-40B4-BE49-F238E27FC236}">
                      <a16:creationId xmlns:a16="http://schemas.microsoft.com/office/drawing/2014/main" id="{262112E7-96AC-41F5-7C1F-4B482CD887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0824" y="2246364"/>
                  <a:ext cx="377026" cy="35394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feld 71">
                  <a:extLst>
                    <a:ext uri="{FF2B5EF4-FFF2-40B4-BE49-F238E27FC236}">
                      <a16:creationId xmlns:a16="http://schemas.microsoft.com/office/drawing/2014/main" id="{4B9B93C1-62E7-5085-EF24-CD04B483227C}"/>
                    </a:ext>
                  </a:extLst>
                </p:cNvPr>
                <p:cNvSpPr txBox="1"/>
                <p:nvPr/>
              </p:nvSpPr>
              <p:spPr>
                <a:xfrm>
                  <a:off x="3084860" y="2653002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72" name="Textfeld 71">
                  <a:extLst>
                    <a:ext uri="{FF2B5EF4-FFF2-40B4-BE49-F238E27FC236}">
                      <a16:creationId xmlns:a16="http://schemas.microsoft.com/office/drawing/2014/main" id="{4B9B93C1-62E7-5085-EF24-CD04B48322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4860" y="2653002"/>
                  <a:ext cx="377026" cy="35394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Textfeld 72">
                  <a:extLst>
                    <a:ext uri="{FF2B5EF4-FFF2-40B4-BE49-F238E27FC236}">
                      <a16:creationId xmlns:a16="http://schemas.microsoft.com/office/drawing/2014/main" id="{B9915F3E-307A-4B28-6C49-AD7E549008EC}"/>
                    </a:ext>
                  </a:extLst>
                </p:cNvPr>
                <p:cNvSpPr txBox="1"/>
                <p:nvPr/>
              </p:nvSpPr>
              <p:spPr>
                <a:xfrm>
                  <a:off x="3080850" y="3016461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73" name="Textfeld 72">
                  <a:extLst>
                    <a:ext uri="{FF2B5EF4-FFF2-40B4-BE49-F238E27FC236}">
                      <a16:creationId xmlns:a16="http://schemas.microsoft.com/office/drawing/2014/main" id="{B9915F3E-307A-4B28-6C49-AD7E549008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0850" y="3016461"/>
                  <a:ext cx="377026" cy="3539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483ABBC3-9D4B-5E70-A2EF-2A1C6F6CBF11}"/>
                </a:ext>
              </a:extLst>
            </p:cNvPr>
            <p:cNvSpPr/>
            <p:nvPr/>
          </p:nvSpPr>
          <p:spPr>
            <a:xfrm>
              <a:off x="4649595" y="2038361"/>
              <a:ext cx="1022208" cy="1531550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4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Textfeld 74">
                  <a:extLst>
                    <a:ext uri="{FF2B5EF4-FFF2-40B4-BE49-F238E27FC236}">
                      <a16:creationId xmlns:a16="http://schemas.microsoft.com/office/drawing/2014/main" id="{6ECCCCAE-E48C-BE28-A323-133D17C51F9A}"/>
                    </a:ext>
                  </a:extLst>
                </p:cNvPr>
                <p:cNvSpPr txBox="1"/>
                <p:nvPr/>
              </p:nvSpPr>
              <p:spPr>
                <a:xfrm>
                  <a:off x="4972575" y="2397264"/>
                  <a:ext cx="352661" cy="3139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40" i="1" dirty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de-DE" sz="144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75" name="Textfeld 74">
                  <a:extLst>
                    <a:ext uri="{FF2B5EF4-FFF2-40B4-BE49-F238E27FC236}">
                      <a16:creationId xmlns:a16="http://schemas.microsoft.com/office/drawing/2014/main" id="{6ECCCCAE-E48C-BE28-A323-133D17C51F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2575" y="2397264"/>
                  <a:ext cx="352661" cy="3139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Textfeld 75">
                  <a:extLst>
                    <a:ext uri="{FF2B5EF4-FFF2-40B4-BE49-F238E27FC236}">
                      <a16:creationId xmlns:a16="http://schemas.microsoft.com/office/drawing/2014/main" id="{A7415FEF-186D-941B-0969-04A0F0A08B31}"/>
                    </a:ext>
                  </a:extLst>
                </p:cNvPr>
                <p:cNvSpPr txBox="1"/>
                <p:nvPr/>
              </p:nvSpPr>
              <p:spPr>
                <a:xfrm>
                  <a:off x="4959981" y="2839487"/>
                  <a:ext cx="349005" cy="3139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40" i="1" dirty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de-DE" sz="144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76" name="Textfeld 75">
                  <a:extLst>
                    <a:ext uri="{FF2B5EF4-FFF2-40B4-BE49-F238E27FC236}">
                      <a16:creationId xmlns:a16="http://schemas.microsoft.com/office/drawing/2014/main" id="{A7415FEF-186D-941B-0969-04A0F0A08B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9981" y="2839487"/>
                  <a:ext cx="349005" cy="3139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Gerade Verbindung mit Pfeil 77">
              <a:extLst>
                <a:ext uri="{FF2B5EF4-FFF2-40B4-BE49-F238E27FC236}">
                  <a16:creationId xmlns:a16="http://schemas.microsoft.com/office/drawing/2014/main" id="{E31AE9E6-C894-FD95-9DE0-844F911C2ED3}"/>
                </a:ext>
              </a:extLst>
            </p:cNvPr>
            <p:cNvCxnSpPr>
              <a:cxnSpLocks/>
              <a:stCxn id="71" idx="3"/>
              <a:endCxn id="75" idx="1"/>
            </p:cNvCxnSpPr>
            <p:nvPr/>
          </p:nvCxnSpPr>
          <p:spPr>
            <a:xfrm>
              <a:off x="3447850" y="2423336"/>
              <a:ext cx="1524725" cy="13089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 Verbindung mit Pfeil 78">
              <a:extLst>
                <a:ext uri="{FF2B5EF4-FFF2-40B4-BE49-F238E27FC236}">
                  <a16:creationId xmlns:a16="http://schemas.microsoft.com/office/drawing/2014/main" id="{34109845-EF00-0A66-E36C-216D4B22B5D4}"/>
                </a:ext>
              </a:extLst>
            </p:cNvPr>
            <p:cNvCxnSpPr>
              <a:cxnSpLocks/>
              <a:stCxn id="73" idx="3"/>
              <a:endCxn id="76" idx="1"/>
            </p:cNvCxnSpPr>
            <p:nvPr/>
          </p:nvCxnSpPr>
          <p:spPr>
            <a:xfrm flipV="1">
              <a:off x="3457876" y="2996453"/>
              <a:ext cx="1502105" cy="19698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2BA13645-4102-1706-C647-ABD75C9B6E74}"/>
                </a:ext>
              </a:extLst>
            </p:cNvPr>
            <p:cNvSpPr txBox="1"/>
            <p:nvPr/>
          </p:nvSpPr>
          <p:spPr>
            <a:xfrm>
              <a:off x="3566710" y="1631921"/>
              <a:ext cx="13468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Keine Funktion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0875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2A2336E2-0F91-6DD8-EE23-0DAF3E6B4704}"/>
              </a:ext>
            </a:extLst>
          </p:cNvPr>
          <p:cNvGrpSpPr/>
          <p:nvPr/>
        </p:nvGrpSpPr>
        <p:grpSpPr>
          <a:xfrm>
            <a:off x="1235197" y="848540"/>
            <a:ext cx="2930282" cy="1903370"/>
            <a:chOff x="4880309" y="1695117"/>
            <a:chExt cx="2930282" cy="1903370"/>
          </a:xfrm>
        </p:grpSpPr>
        <p:sp>
          <p:nvSpPr>
            <p:cNvPr id="84" name="Ellipse 83">
              <a:extLst>
                <a:ext uri="{FF2B5EF4-FFF2-40B4-BE49-F238E27FC236}">
                  <a16:creationId xmlns:a16="http://schemas.microsoft.com/office/drawing/2014/main" id="{E1FA178E-BF1E-8A99-8EED-D390775D33CC}"/>
                </a:ext>
              </a:extLst>
            </p:cNvPr>
            <p:cNvSpPr/>
            <p:nvPr/>
          </p:nvSpPr>
          <p:spPr>
            <a:xfrm>
              <a:off x="4880309" y="2066937"/>
              <a:ext cx="1022208" cy="1531550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4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Textfeld 84">
                  <a:extLst>
                    <a:ext uri="{FF2B5EF4-FFF2-40B4-BE49-F238E27FC236}">
                      <a16:creationId xmlns:a16="http://schemas.microsoft.com/office/drawing/2014/main" id="{FDE57F9F-C9CB-3CB1-4241-C52E5B84689B}"/>
                    </a:ext>
                  </a:extLst>
                </p:cNvPr>
                <p:cNvSpPr txBox="1"/>
                <p:nvPr/>
              </p:nvSpPr>
              <p:spPr>
                <a:xfrm>
                  <a:off x="5209612" y="2274940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85" name="Textfeld 84">
                  <a:extLst>
                    <a:ext uri="{FF2B5EF4-FFF2-40B4-BE49-F238E27FC236}">
                      <a16:creationId xmlns:a16="http://schemas.microsoft.com/office/drawing/2014/main" id="{FDE57F9F-C9CB-3CB1-4241-C52E5B8468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9612" y="2274940"/>
                  <a:ext cx="377026" cy="35394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Textfeld 85">
                  <a:extLst>
                    <a:ext uri="{FF2B5EF4-FFF2-40B4-BE49-F238E27FC236}">
                      <a16:creationId xmlns:a16="http://schemas.microsoft.com/office/drawing/2014/main" id="{92F4EA48-0DAC-DB1D-A19F-9F9573A7A10F}"/>
                    </a:ext>
                  </a:extLst>
                </p:cNvPr>
                <p:cNvSpPr txBox="1"/>
                <p:nvPr/>
              </p:nvSpPr>
              <p:spPr>
                <a:xfrm>
                  <a:off x="5223648" y="2681578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86" name="Textfeld 85">
                  <a:extLst>
                    <a:ext uri="{FF2B5EF4-FFF2-40B4-BE49-F238E27FC236}">
                      <a16:creationId xmlns:a16="http://schemas.microsoft.com/office/drawing/2014/main" id="{92F4EA48-0DAC-DB1D-A19F-9F9573A7A1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3648" y="2681578"/>
                  <a:ext cx="377026" cy="35394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Textfeld 86">
                  <a:extLst>
                    <a:ext uri="{FF2B5EF4-FFF2-40B4-BE49-F238E27FC236}">
                      <a16:creationId xmlns:a16="http://schemas.microsoft.com/office/drawing/2014/main" id="{8F44F12A-603B-86C6-1EA8-E752BD4D608D}"/>
                    </a:ext>
                  </a:extLst>
                </p:cNvPr>
                <p:cNvSpPr txBox="1"/>
                <p:nvPr/>
              </p:nvSpPr>
              <p:spPr>
                <a:xfrm>
                  <a:off x="5219638" y="3045037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87" name="Textfeld 86">
                  <a:extLst>
                    <a:ext uri="{FF2B5EF4-FFF2-40B4-BE49-F238E27FC236}">
                      <a16:creationId xmlns:a16="http://schemas.microsoft.com/office/drawing/2014/main" id="{8F44F12A-603B-86C6-1EA8-E752BD4D60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9638" y="3045037"/>
                  <a:ext cx="377026" cy="3539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Ellipse 87">
              <a:extLst>
                <a:ext uri="{FF2B5EF4-FFF2-40B4-BE49-F238E27FC236}">
                  <a16:creationId xmlns:a16="http://schemas.microsoft.com/office/drawing/2014/main" id="{5B3A3C2C-5E6E-88BF-6824-7E7548E2B98C}"/>
                </a:ext>
              </a:extLst>
            </p:cNvPr>
            <p:cNvSpPr/>
            <p:nvPr/>
          </p:nvSpPr>
          <p:spPr>
            <a:xfrm>
              <a:off x="6788383" y="2066937"/>
              <a:ext cx="1022208" cy="1531550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4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" name="Textfeld 88">
                  <a:extLst>
                    <a:ext uri="{FF2B5EF4-FFF2-40B4-BE49-F238E27FC236}">
                      <a16:creationId xmlns:a16="http://schemas.microsoft.com/office/drawing/2014/main" id="{3EF273C5-76DC-85DD-61CD-6048529BCE53}"/>
                    </a:ext>
                  </a:extLst>
                </p:cNvPr>
                <p:cNvSpPr txBox="1"/>
                <p:nvPr/>
              </p:nvSpPr>
              <p:spPr>
                <a:xfrm>
                  <a:off x="7111363" y="2425839"/>
                  <a:ext cx="352661" cy="3139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40" i="1" dirty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de-DE" sz="144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89" name="Textfeld 88">
                  <a:extLst>
                    <a:ext uri="{FF2B5EF4-FFF2-40B4-BE49-F238E27FC236}">
                      <a16:creationId xmlns:a16="http://schemas.microsoft.com/office/drawing/2014/main" id="{3EF273C5-76DC-85DD-61CD-6048529BCE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1363" y="2425839"/>
                  <a:ext cx="352661" cy="3139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Textfeld 89">
                  <a:extLst>
                    <a:ext uri="{FF2B5EF4-FFF2-40B4-BE49-F238E27FC236}">
                      <a16:creationId xmlns:a16="http://schemas.microsoft.com/office/drawing/2014/main" id="{7362E628-10A6-6774-5689-F4EBBA34C466}"/>
                    </a:ext>
                  </a:extLst>
                </p:cNvPr>
                <p:cNvSpPr txBox="1"/>
                <p:nvPr/>
              </p:nvSpPr>
              <p:spPr>
                <a:xfrm>
                  <a:off x="7098769" y="2868063"/>
                  <a:ext cx="349005" cy="3139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40" i="1" dirty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de-DE" sz="144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90" name="Textfeld 89">
                  <a:extLst>
                    <a:ext uri="{FF2B5EF4-FFF2-40B4-BE49-F238E27FC236}">
                      <a16:creationId xmlns:a16="http://schemas.microsoft.com/office/drawing/2014/main" id="{7362E628-10A6-6774-5689-F4EBBA34C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8769" y="2868063"/>
                  <a:ext cx="349005" cy="3139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1" name="Gerade Verbindung mit Pfeil 90">
              <a:extLst>
                <a:ext uri="{FF2B5EF4-FFF2-40B4-BE49-F238E27FC236}">
                  <a16:creationId xmlns:a16="http://schemas.microsoft.com/office/drawing/2014/main" id="{94CB46E9-8EDA-24F1-9167-21E43DB41D14}"/>
                </a:ext>
              </a:extLst>
            </p:cNvPr>
            <p:cNvCxnSpPr>
              <a:cxnSpLocks/>
              <a:stCxn id="85" idx="3"/>
              <a:endCxn id="89" idx="1"/>
            </p:cNvCxnSpPr>
            <p:nvPr/>
          </p:nvCxnSpPr>
          <p:spPr>
            <a:xfrm>
              <a:off x="5586638" y="2451912"/>
              <a:ext cx="1524725" cy="13089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Gerade Verbindung mit Pfeil 91">
              <a:extLst>
                <a:ext uri="{FF2B5EF4-FFF2-40B4-BE49-F238E27FC236}">
                  <a16:creationId xmlns:a16="http://schemas.microsoft.com/office/drawing/2014/main" id="{B7D6D63F-3400-7C59-9465-75523C62A4BD}"/>
                </a:ext>
              </a:extLst>
            </p:cNvPr>
            <p:cNvCxnSpPr>
              <a:cxnSpLocks/>
              <a:stCxn id="85" idx="3"/>
              <a:endCxn id="90" idx="1"/>
            </p:cNvCxnSpPr>
            <p:nvPr/>
          </p:nvCxnSpPr>
          <p:spPr>
            <a:xfrm>
              <a:off x="5586638" y="2451912"/>
              <a:ext cx="1512131" cy="5731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F4E8CE9B-FCA0-6543-853D-6390E6979ABC}"/>
                </a:ext>
              </a:extLst>
            </p:cNvPr>
            <p:cNvSpPr txBox="1"/>
            <p:nvPr/>
          </p:nvSpPr>
          <p:spPr>
            <a:xfrm>
              <a:off x="5682596" y="1695117"/>
              <a:ext cx="13468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Keine Funktion</a:t>
              </a:r>
            </a:p>
          </p:txBody>
        </p:sp>
        <p:cxnSp>
          <p:nvCxnSpPr>
            <p:cNvPr id="95" name="Gerade Verbindung mit Pfeil 94">
              <a:extLst>
                <a:ext uri="{FF2B5EF4-FFF2-40B4-BE49-F238E27FC236}">
                  <a16:creationId xmlns:a16="http://schemas.microsoft.com/office/drawing/2014/main" id="{BADBD119-F8EC-64F9-2071-139ACE48751F}"/>
                </a:ext>
              </a:extLst>
            </p:cNvPr>
            <p:cNvCxnSpPr>
              <a:cxnSpLocks/>
              <a:stCxn id="86" idx="3"/>
              <a:endCxn id="89" idx="1"/>
            </p:cNvCxnSpPr>
            <p:nvPr/>
          </p:nvCxnSpPr>
          <p:spPr>
            <a:xfrm flipV="1">
              <a:off x="5600674" y="2582805"/>
              <a:ext cx="1510689" cy="2757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Gerade Verbindung mit Pfeil 98">
              <a:extLst>
                <a:ext uri="{FF2B5EF4-FFF2-40B4-BE49-F238E27FC236}">
                  <a16:creationId xmlns:a16="http://schemas.microsoft.com/office/drawing/2014/main" id="{235E7D2B-6686-282F-5BC7-7C7B80522B36}"/>
                </a:ext>
              </a:extLst>
            </p:cNvPr>
            <p:cNvCxnSpPr>
              <a:stCxn id="87" idx="3"/>
              <a:endCxn id="90" idx="1"/>
            </p:cNvCxnSpPr>
            <p:nvPr/>
          </p:nvCxnSpPr>
          <p:spPr>
            <a:xfrm flipV="1">
              <a:off x="5596664" y="3025029"/>
              <a:ext cx="1502105" cy="19698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4357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32</Words>
  <Application>Microsoft Office PowerPoint</Application>
  <PresentationFormat>Benutzerdefiniert</PresentationFormat>
  <Paragraphs>26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CMU Bright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6</cp:revision>
  <dcterms:created xsi:type="dcterms:W3CDTF">2024-09-19T04:48:59Z</dcterms:created>
  <dcterms:modified xsi:type="dcterms:W3CDTF">2024-09-23T04:52:03Z</dcterms:modified>
</cp:coreProperties>
</file>