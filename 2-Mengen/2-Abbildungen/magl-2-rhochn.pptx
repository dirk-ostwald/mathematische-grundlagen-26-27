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9144000" cy="3959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216" d="100"/>
          <a:sy n="216" d="100"/>
        </p:scale>
        <p:origin x="174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647957"/>
            <a:ext cx="6858000" cy="1378397"/>
          </a:xfrm>
        </p:spPr>
        <p:txBody>
          <a:bodyPr anchor="b"/>
          <a:lstStyle>
            <a:lvl1pPr algn="ctr">
              <a:defRPr sz="346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079510"/>
            <a:ext cx="6858000" cy="955896"/>
          </a:xfrm>
        </p:spPr>
        <p:txBody>
          <a:bodyPr/>
          <a:lstStyle>
            <a:lvl1pPr marL="0" indent="0" algn="ctr">
              <a:buNone/>
              <a:defRPr sz="1386"/>
            </a:lvl1pPr>
            <a:lvl2pPr marL="263942" indent="0" algn="ctr">
              <a:buNone/>
              <a:defRPr sz="1155"/>
            </a:lvl2pPr>
            <a:lvl3pPr marL="527883" indent="0" algn="ctr">
              <a:buNone/>
              <a:defRPr sz="1039"/>
            </a:lvl3pPr>
            <a:lvl4pPr marL="791825" indent="0" algn="ctr">
              <a:buNone/>
              <a:defRPr sz="924"/>
            </a:lvl4pPr>
            <a:lvl5pPr marL="1055766" indent="0" algn="ctr">
              <a:buNone/>
              <a:defRPr sz="924"/>
            </a:lvl5pPr>
            <a:lvl6pPr marL="1319708" indent="0" algn="ctr">
              <a:buNone/>
              <a:defRPr sz="924"/>
            </a:lvl6pPr>
            <a:lvl7pPr marL="1583649" indent="0" algn="ctr">
              <a:buNone/>
              <a:defRPr sz="924"/>
            </a:lvl7pPr>
            <a:lvl8pPr marL="1847591" indent="0" algn="ctr">
              <a:buNone/>
              <a:defRPr sz="924"/>
            </a:lvl8pPr>
            <a:lvl9pPr marL="2111532" indent="0" algn="ctr">
              <a:buNone/>
              <a:defRPr sz="924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2B57-0A87-41F5-865A-64F12E4D1F9B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2C54-BCAB-4EFD-A5AC-E1DDA1CCD7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9575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2B57-0A87-41F5-865A-64F12E4D1F9B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2C54-BCAB-4EFD-A5AC-E1DDA1CCD7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6174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987058"/>
            <a:ext cx="7886700" cy="1646927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649565"/>
            <a:ext cx="7886700" cy="866080"/>
          </a:xfrm>
        </p:spPr>
        <p:txBody>
          <a:bodyPr/>
          <a:lstStyle>
            <a:lvl1pPr marL="0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1pPr>
            <a:lvl2pPr marL="263942" indent="0">
              <a:buNone/>
              <a:defRPr sz="1155">
                <a:solidFill>
                  <a:schemeClr val="tx1">
                    <a:tint val="82000"/>
                  </a:schemeClr>
                </a:solidFill>
              </a:defRPr>
            </a:lvl2pPr>
            <a:lvl3pPr marL="527883" indent="0">
              <a:buNone/>
              <a:defRPr sz="1039">
                <a:solidFill>
                  <a:schemeClr val="tx1">
                    <a:tint val="82000"/>
                  </a:schemeClr>
                </a:solidFill>
              </a:defRPr>
            </a:lvl3pPr>
            <a:lvl4pPr marL="791825" indent="0">
              <a:buNone/>
              <a:defRPr sz="924">
                <a:solidFill>
                  <a:schemeClr val="tx1">
                    <a:tint val="82000"/>
                  </a:schemeClr>
                </a:solidFill>
              </a:defRPr>
            </a:lvl4pPr>
            <a:lvl5pPr marL="1055766" indent="0">
              <a:buNone/>
              <a:defRPr sz="924">
                <a:solidFill>
                  <a:schemeClr val="tx1">
                    <a:tint val="82000"/>
                  </a:schemeClr>
                </a:solidFill>
              </a:defRPr>
            </a:lvl5pPr>
            <a:lvl6pPr marL="1319708" indent="0">
              <a:buNone/>
              <a:defRPr sz="924">
                <a:solidFill>
                  <a:schemeClr val="tx1">
                    <a:tint val="82000"/>
                  </a:schemeClr>
                </a:solidFill>
              </a:defRPr>
            </a:lvl6pPr>
            <a:lvl7pPr marL="1583649" indent="0">
              <a:buNone/>
              <a:defRPr sz="924">
                <a:solidFill>
                  <a:schemeClr val="tx1">
                    <a:tint val="82000"/>
                  </a:schemeClr>
                </a:solidFill>
              </a:defRPr>
            </a:lvl7pPr>
            <a:lvl8pPr marL="1847591" indent="0">
              <a:buNone/>
              <a:defRPr sz="924">
                <a:solidFill>
                  <a:schemeClr val="tx1">
                    <a:tint val="82000"/>
                  </a:schemeClr>
                </a:solidFill>
              </a:defRPr>
            </a:lvl8pPr>
            <a:lvl9pPr marL="2111532" indent="0">
              <a:buNone/>
              <a:defRPr sz="9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2B57-0A87-41F5-865A-64F12E4D1F9B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2C54-BCAB-4EFD-A5AC-E1DDA1CCD7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6502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53960"/>
            <a:ext cx="3886200" cy="251209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53960"/>
            <a:ext cx="3886200" cy="251209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2B57-0A87-41F5-865A-64F12E4D1F9B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2C54-BCAB-4EFD-A5AC-E1DDA1CCD7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7471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10792"/>
            <a:ext cx="7886700" cy="76526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970560"/>
            <a:ext cx="3868340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446217"/>
            <a:ext cx="3868340" cy="212716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970560"/>
            <a:ext cx="3887391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446217"/>
            <a:ext cx="3887391" cy="212716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2B57-0A87-41F5-865A-64F12E4D1F9B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2C54-BCAB-4EFD-A5AC-E1DDA1CCD7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5173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2B57-0A87-41F5-865A-64F12E4D1F9B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2C54-BCAB-4EFD-A5AC-E1DDA1CCD7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916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2B57-0A87-41F5-865A-64F12E4D1F9B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2C54-BCAB-4EFD-A5AC-E1DDA1CCD7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7444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63948"/>
            <a:ext cx="2949178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570055"/>
            <a:ext cx="4629150" cy="2813616"/>
          </a:xfrm>
        </p:spPr>
        <p:txBody>
          <a:bodyPr/>
          <a:lstStyle>
            <a:lvl1pPr>
              <a:defRPr sz="1847"/>
            </a:lvl1pPr>
            <a:lvl2pPr>
              <a:defRPr sz="1616"/>
            </a:lvl2pPr>
            <a:lvl3pPr>
              <a:defRPr sz="1386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187768"/>
            <a:ext cx="2949178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2B57-0A87-41F5-865A-64F12E4D1F9B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2C54-BCAB-4EFD-A5AC-E1DDA1CCD7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8443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63948"/>
            <a:ext cx="2949178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570055"/>
            <a:ext cx="4629150" cy="2813616"/>
          </a:xfrm>
        </p:spPr>
        <p:txBody>
          <a:bodyPr anchor="t"/>
          <a:lstStyle>
            <a:lvl1pPr marL="0" indent="0">
              <a:buNone/>
              <a:defRPr sz="1847"/>
            </a:lvl1pPr>
            <a:lvl2pPr marL="263942" indent="0">
              <a:buNone/>
              <a:defRPr sz="1616"/>
            </a:lvl2pPr>
            <a:lvl3pPr marL="527883" indent="0">
              <a:buNone/>
              <a:defRPr sz="1386"/>
            </a:lvl3pPr>
            <a:lvl4pPr marL="791825" indent="0">
              <a:buNone/>
              <a:defRPr sz="1155"/>
            </a:lvl4pPr>
            <a:lvl5pPr marL="1055766" indent="0">
              <a:buNone/>
              <a:defRPr sz="1155"/>
            </a:lvl5pPr>
            <a:lvl6pPr marL="1319708" indent="0">
              <a:buNone/>
              <a:defRPr sz="1155"/>
            </a:lvl6pPr>
            <a:lvl7pPr marL="1583649" indent="0">
              <a:buNone/>
              <a:defRPr sz="1155"/>
            </a:lvl7pPr>
            <a:lvl8pPr marL="1847591" indent="0">
              <a:buNone/>
              <a:defRPr sz="1155"/>
            </a:lvl8pPr>
            <a:lvl9pPr marL="2111532" indent="0">
              <a:buNone/>
              <a:defRPr sz="115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187768"/>
            <a:ext cx="2949178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2B57-0A87-41F5-865A-64F12E4D1F9B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2C54-BCAB-4EFD-A5AC-E1DDA1CCD7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59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2B57-0A87-41F5-865A-64F12E4D1F9B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2C54-BCAB-4EFD-A5AC-E1DDA1CCD7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1198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10792"/>
            <a:ext cx="1971675" cy="335526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10792"/>
            <a:ext cx="5800725" cy="335526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2B57-0A87-41F5-865A-64F12E4D1F9B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2C54-BCAB-4EFD-A5AC-E1DDA1CCD7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0455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10792"/>
            <a:ext cx="7886700" cy="76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053960"/>
            <a:ext cx="7886700" cy="2512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3669615"/>
            <a:ext cx="205740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352B57-0A87-41F5-865A-64F12E4D1F9B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3669615"/>
            <a:ext cx="308610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3669615"/>
            <a:ext cx="205740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BA2C54-BCAB-4EFD-A5AC-E1DDA1CCD7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5284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27883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971" indent="-131971" algn="l" defTabSz="527883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39591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2pPr>
      <a:lvl3pPr marL="659854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795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187737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451679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715620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97956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243503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1pPr>
      <a:lvl2pPr marL="26394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527883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3pPr>
      <a:lvl4pPr marL="791825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055766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319708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583649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847591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11153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35B0DBAB-392B-85B5-B390-4112D665D63C}"/>
              </a:ext>
            </a:extLst>
          </p:cNvPr>
          <p:cNvGrpSpPr/>
          <p:nvPr/>
        </p:nvGrpSpPr>
        <p:grpSpPr>
          <a:xfrm>
            <a:off x="333286" y="255155"/>
            <a:ext cx="8477428" cy="3312518"/>
            <a:chOff x="198785" y="1204812"/>
            <a:chExt cx="8477428" cy="3312518"/>
          </a:xfrm>
        </p:grpSpPr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819B3343-6B60-3C5D-131D-FC2BE1180C82}"/>
                </a:ext>
              </a:extLst>
            </p:cNvPr>
            <p:cNvSpPr/>
            <p:nvPr/>
          </p:nvSpPr>
          <p:spPr>
            <a:xfrm>
              <a:off x="469899" y="3163185"/>
              <a:ext cx="2009274" cy="127591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0">
                  <a:schemeClr val="accent1">
                    <a:tint val="44500"/>
                    <a:satMod val="16000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BD31FBA0-96E7-AAE7-D98C-99B63B3DD5CF}"/>
                </a:ext>
              </a:extLst>
            </p:cNvPr>
            <p:cNvSpPr/>
            <p:nvPr/>
          </p:nvSpPr>
          <p:spPr>
            <a:xfrm>
              <a:off x="3292077" y="2224442"/>
              <a:ext cx="2009274" cy="2009273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0">
                  <a:schemeClr val="accent1">
                    <a:tint val="44500"/>
                    <a:satMod val="16000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feld 3">
                  <a:extLst>
                    <a:ext uri="{FF2B5EF4-FFF2-40B4-BE49-F238E27FC236}">
                      <a16:creationId xmlns:a16="http://schemas.microsoft.com/office/drawing/2014/main" id="{E636305B-AAB8-9FDB-8757-2EFF115257C1}"/>
                    </a:ext>
                  </a:extLst>
                </p:cNvPr>
                <p:cNvSpPr txBox="1"/>
                <p:nvPr/>
              </p:nvSpPr>
              <p:spPr>
                <a:xfrm>
                  <a:off x="494075" y="1407625"/>
                  <a:ext cx="196092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de-DE" sz="1600"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{(</m:t>
                        </m:r>
                        <m:sSub>
                          <m:sSubPr>
                            <m:ctrlPr>
                              <a:rPr lang="de-D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)|</m:t>
                        </m:r>
                        <m:sSub>
                          <m:sSubPr>
                            <m:ctrlPr>
                              <a:rPr lang="de-D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ℝ</m:t>
                        </m:r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de-DE" sz="1600" i="1" dirty="0"/>
                </a:p>
              </p:txBody>
            </p:sp>
          </mc:Choice>
          <mc:Fallback xmlns="">
            <p:sp>
              <p:nvSpPr>
                <p:cNvPr id="4" name="Textfeld 3">
                  <a:extLst>
                    <a:ext uri="{FF2B5EF4-FFF2-40B4-BE49-F238E27FC236}">
                      <a16:creationId xmlns:a16="http://schemas.microsoft.com/office/drawing/2014/main" id="{E636305B-AAB8-9FDB-8757-2EFF11525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075" y="1407625"/>
                  <a:ext cx="1960921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DA8425DC-FB83-4C5F-6603-0F904615DACA}"/>
                    </a:ext>
                  </a:extLst>
                </p:cNvPr>
                <p:cNvSpPr txBox="1"/>
                <p:nvPr/>
              </p:nvSpPr>
              <p:spPr>
                <a:xfrm>
                  <a:off x="3133126" y="1325743"/>
                  <a:ext cx="2327176" cy="5023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≔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de-DE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de-DE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e-DE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de-DE" sz="16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de-DE" sz="1600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de-DE" sz="1600" i="1" dirty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de-DE" sz="16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sz="1600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de-DE" sz="1600" i="1" dirty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</m:e>
                          <m:e>
                            <m:sSub>
                              <m:sSubPr>
                                <m:ctrl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</m:d>
                      </m:oMath>
                    </m:oMathPara>
                  </a14:m>
                  <a:endParaRPr lang="de-DE" sz="1600" dirty="0"/>
                </a:p>
              </p:txBody>
            </p:sp>
          </mc:Choice>
          <mc:Fallback xmlns="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DA8425DC-FB83-4C5F-6603-0F904615DA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3126" y="1325743"/>
                  <a:ext cx="2327176" cy="50231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C8597330-D48A-30E1-DAAE-E94E134348E0}"/>
                    </a:ext>
                  </a:extLst>
                </p:cNvPr>
                <p:cNvSpPr txBox="1"/>
                <p:nvPr/>
              </p:nvSpPr>
              <p:spPr>
                <a:xfrm>
                  <a:off x="5710429" y="1204812"/>
                  <a:ext cx="2965784" cy="7441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de-DE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≔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de-DE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e-D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de-DE" sz="16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de-DE" sz="1600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de-DE" sz="1600" i="1" dirty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de-DE" sz="16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de-DE" sz="1600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de-DE" sz="1600" i="1" dirty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de-DE" sz="16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de-DE" sz="1600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de-DE" sz="1600" i="1" dirty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</m:e>
                          <m:e>
                            <m:sSub>
                              <m:sSubPr>
                                <m:ctrl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de-DE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sz="1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</m:d>
                      </m:oMath>
                    </m:oMathPara>
                  </a14:m>
                  <a:endParaRPr lang="de-DE" sz="1600" dirty="0"/>
                </a:p>
              </p:txBody>
            </p:sp>
          </mc:Choice>
          <mc:Fallback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C8597330-D48A-30E1-DAAE-E94E134348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0429" y="1204812"/>
                  <a:ext cx="2965784" cy="74417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0CF89DB8-CCFA-52D6-A07F-15D26C6674BB}"/>
                </a:ext>
              </a:extLst>
            </p:cNvPr>
            <p:cNvCxnSpPr/>
            <p:nvPr/>
          </p:nvCxnSpPr>
          <p:spPr>
            <a:xfrm>
              <a:off x="469899" y="3223063"/>
              <a:ext cx="2009274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52DFD259-A6DF-9E14-9A6A-542C3EBE985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292081" y="3229079"/>
              <a:ext cx="2009274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7F606132-4C32-9C0F-EDA7-432AA2529FF6}"/>
                </a:ext>
              </a:extLst>
            </p:cNvPr>
            <p:cNvCxnSpPr/>
            <p:nvPr/>
          </p:nvCxnSpPr>
          <p:spPr>
            <a:xfrm>
              <a:off x="3292081" y="3229079"/>
              <a:ext cx="2009274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A4D4324E-BB30-F715-5C7C-6D9260F32F0B}"/>
                </a:ext>
              </a:extLst>
            </p:cNvPr>
            <p:cNvSpPr/>
            <p:nvPr/>
          </p:nvSpPr>
          <p:spPr>
            <a:xfrm>
              <a:off x="6188685" y="2224442"/>
              <a:ext cx="2009274" cy="2009273"/>
            </a:xfrm>
            <a:prstGeom prst="rect">
              <a:avLst/>
            </a:prstGeom>
            <a:gradFill>
              <a:gsLst>
                <a:gs pos="61000">
                  <a:schemeClr val="bg1"/>
                </a:gs>
                <a:gs pos="0">
                  <a:schemeClr val="accent1">
                    <a:tint val="44500"/>
                    <a:satMod val="16000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97E438D9-41BA-05A2-8759-1DB4745E06C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188689" y="3229079"/>
              <a:ext cx="2009274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D8387B1F-C045-E3B3-C0EB-F6592A8C0CD9}"/>
                </a:ext>
              </a:extLst>
            </p:cNvPr>
            <p:cNvCxnSpPr/>
            <p:nvPr/>
          </p:nvCxnSpPr>
          <p:spPr>
            <a:xfrm>
              <a:off x="6188689" y="3229079"/>
              <a:ext cx="2009274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F874E3FA-117A-8D7D-D1E3-7D8CED1087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81382" y="2611765"/>
              <a:ext cx="1423880" cy="122259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A36D116E-E7AE-AE74-C554-1DAA86B19A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0946" y="3057934"/>
              <a:ext cx="220186" cy="165128"/>
            </a:xfrm>
            <a:prstGeom prst="line">
              <a:avLst/>
            </a:prstGeom>
            <a:ln w="3175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F0D0F70F-57F6-B95D-76E2-50BB875E40D6}"/>
                </a:ext>
              </a:extLst>
            </p:cNvPr>
            <p:cNvCxnSpPr>
              <a:cxnSpLocks/>
            </p:cNvCxnSpPr>
            <p:nvPr/>
          </p:nvCxnSpPr>
          <p:spPr>
            <a:xfrm>
              <a:off x="7387668" y="3057934"/>
              <a:ext cx="379412" cy="0"/>
            </a:xfrm>
            <a:prstGeom prst="line">
              <a:avLst/>
            </a:prstGeom>
            <a:ln w="3175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5B55ED23-AB1D-E81B-5BAE-BE93033804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1764" y="2743200"/>
              <a:ext cx="0" cy="314734"/>
            </a:xfrm>
            <a:prstGeom prst="line">
              <a:avLst/>
            </a:prstGeom>
            <a:ln w="3175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128A0FF5-DDE1-6223-3872-BA565CD4DC9E}"/>
                </a:ext>
              </a:extLst>
            </p:cNvPr>
            <p:cNvSpPr/>
            <p:nvPr/>
          </p:nvSpPr>
          <p:spPr>
            <a:xfrm>
              <a:off x="7727209" y="2729418"/>
              <a:ext cx="79742" cy="797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feld 53">
                  <a:extLst>
                    <a:ext uri="{FF2B5EF4-FFF2-40B4-BE49-F238E27FC236}">
                      <a16:creationId xmlns:a16="http://schemas.microsoft.com/office/drawing/2014/main" id="{0D0E958F-00CA-4854-EC2C-B4E93677B68B}"/>
                    </a:ext>
                  </a:extLst>
                </p:cNvPr>
                <p:cNvSpPr txBox="1"/>
                <p:nvPr/>
              </p:nvSpPr>
              <p:spPr>
                <a:xfrm>
                  <a:off x="7721895" y="2361747"/>
                  <a:ext cx="492827" cy="40600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00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de-DE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de-DE" sz="10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sz="1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de-DE" sz="10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de-DE" sz="10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de-DE" sz="1000" dirty="0"/>
                </a:p>
              </p:txBody>
            </p:sp>
          </mc:Choice>
          <mc:Fallback xmlns="">
            <p:sp>
              <p:nvSpPr>
                <p:cNvPr id="54" name="Textfeld 53">
                  <a:extLst>
                    <a:ext uri="{FF2B5EF4-FFF2-40B4-BE49-F238E27FC236}">
                      <a16:creationId xmlns:a16="http://schemas.microsoft.com/office/drawing/2014/main" id="{0D0E958F-00CA-4854-EC2C-B4E93677B6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1895" y="2361747"/>
                  <a:ext cx="492827" cy="406009"/>
                </a:xfrm>
                <a:prstGeom prst="rect">
                  <a:avLst/>
                </a:prstGeom>
                <a:blipFill>
                  <a:blip r:embed="rId5"/>
                  <a:stretch>
                    <a:fillRect l="-4938" t="-1515" b="-10606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Gerader Verbinder 55">
              <a:extLst>
                <a:ext uri="{FF2B5EF4-FFF2-40B4-BE49-F238E27FC236}">
                  <a16:creationId xmlns:a16="http://schemas.microsoft.com/office/drawing/2014/main" id="{D4F442FA-DCCE-2D88-3AB4-9A0951E484A8}"/>
                </a:ext>
              </a:extLst>
            </p:cNvPr>
            <p:cNvCxnSpPr>
              <a:cxnSpLocks/>
            </p:cNvCxnSpPr>
            <p:nvPr/>
          </p:nvCxnSpPr>
          <p:spPr>
            <a:xfrm>
              <a:off x="4296714" y="2899868"/>
              <a:ext cx="331988" cy="0"/>
            </a:xfrm>
            <a:prstGeom prst="line">
              <a:avLst/>
            </a:prstGeom>
            <a:ln w="3175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56">
              <a:extLst>
                <a:ext uri="{FF2B5EF4-FFF2-40B4-BE49-F238E27FC236}">
                  <a16:creationId xmlns:a16="http://schemas.microsoft.com/office/drawing/2014/main" id="{DF07E80D-C31D-49B4-AAEA-23C462D2C3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8702" y="2908328"/>
              <a:ext cx="0" cy="314734"/>
            </a:xfrm>
            <a:prstGeom prst="line">
              <a:avLst/>
            </a:prstGeom>
            <a:ln w="3175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feld 58">
                  <a:extLst>
                    <a:ext uri="{FF2B5EF4-FFF2-40B4-BE49-F238E27FC236}">
                      <a16:creationId xmlns:a16="http://schemas.microsoft.com/office/drawing/2014/main" id="{980CB33A-5040-F4E9-745B-4447ADA2941E}"/>
                    </a:ext>
                  </a:extLst>
                </p:cNvPr>
                <p:cNvSpPr txBox="1"/>
                <p:nvPr/>
              </p:nvSpPr>
              <p:spPr>
                <a:xfrm>
                  <a:off x="4602545" y="2549875"/>
                  <a:ext cx="462178" cy="2556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00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de-DE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de-DE" sz="10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sz="1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de-DE" sz="1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de-DE" sz="1000" dirty="0"/>
                </a:p>
              </p:txBody>
            </p:sp>
          </mc:Choice>
          <mc:Fallback xmlns="">
            <p:sp>
              <p:nvSpPr>
                <p:cNvPr id="59" name="Textfeld 58">
                  <a:extLst>
                    <a:ext uri="{FF2B5EF4-FFF2-40B4-BE49-F238E27FC236}">
                      <a16:creationId xmlns:a16="http://schemas.microsoft.com/office/drawing/2014/main" id="{980CB33A-5040-F4E9-745B-4447ADA294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2545" y="2549875"/>
                  <a:ext cx="462178" cy="255647"/>
                </a:xfrm>
                <a:prstGeom prst="rect">
                  <a:avLst/>
                </a:prstGeom>
                <a:blipFill>
                  <a:blip r:embed="rId6"/>
                  <a:stretch>
                    <a:fillRect l="-3947" t="-2439" b="-1707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28E87CCA-DB60-582E-DAAF-5D1780178C25}"/>
                </a:ext>
              </a:extLst>
            </p:cNvPr>
            <p:cNvSpPr/>
            <p:nvPr/>
          </p:nvSpPr>
          <p:spPr>
            <a:xfrm>
              <a:off x="4599463" y="2855344"/>
              <a:ext cx="79742" cy="797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feld 60">
                  <a:extLst>
                    <a:ext uri="{FF2B5EF4-FFF2-40B4-BE49-F238E27FC236}">
                      <a16:creationId xmlns:a16="http://schemas.microsoft.com/office/drawing/2014/main" id="{0DB05C0D-3F6D-63AD-036C-BD3456809A95}"/>
                    </a:ext>
                  </a:extLst>
                </p:cNvPr>
                <p:cNvSpPr txBox="1"/>
                <p:nvPr/>
              </p:nvSpPr>
              <p:spPr>
                <a:xfrm>
                  <a:off x="1488327" y="2961591"/>
                  <a:ext cx="442942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00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de-DE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de-DE" sz="1000" dirty="0"/>
                </a:p>
              </p:txBody>
            </p:sp>
          </mc:Choice>
          <mc:Fallback xmlns="">
            <p:sp>
              <p:nvSpPr>
                <p:cNvPr id="61" name="Textfeld 60">
                  <a:extLst>
                    <a:ext uri="{FF2B5EF4-FFF2-40B4-BE49-F238E27FC236}">
                      <a16:creationId xmlns:a16="http://schemas.microsoft.com/office/drawing/2014/main" id="{0DB05C0D-3F6D-63AD-036C-BD3456809A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8327" y="2961591"/>
                  <a:ext cx="442942" cy="153888"/>
                </a:xfrm>
                <a:prstGeom prst="rect">
                  <a:avLst/>
                </a:prstGeom>
                <a:blipFill>
                  <a:blip r:embed="rId7"/>
                  <a:stretch>
                    <a:fillRect l="-4110" b="-8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A21BC12D-BFDA-EC07-1507-99F617CC725C}"/>
                </a:ext>
              </a:extLst>
            </p:cNvPr>
            <p:cNvSpPr/>
            <p:nvPr/>
          </p:nvSpPr>
          <p:spPr>
            <a:xfrm>
              <a:off x="1488327" y="3183191"/>
              <a:ext cx="79742" cy="797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feld 63">
                  <a:extLst>
                    <a:ext uri="{FF2B5EF4-FFF2-40B4-BE49-F238E27FC236}">
                      <a16:creationId xmlns:a16="http://schemas.microsoft.com/office/drawing/2014/main" id="{0966D6B8-2123-FFD8-FA5B-6553FEF98193}"/>
                    </a:ext>
                  </a:extLst>
                </p:cNvPr>
                <p:cNvSpPr txBox="1"/>
                <p:nvPr/>
              </p:nvSpPr>
              <p:spPr>
                <a:xfrm>
                  <a:off x="198785" y="3084562"/>
                  <a:ext cx="318977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ℝ</m:t>
                        </m:r>
                      </m:oMath>
                    </m:oMathPara>
                  </a14:m>
                  <a:endParaRPr lang="de-DE" sz="1200" dirty="0"/>
                </a:p>
              </p:txBody>
            </p:sp>
          </mc:Choice>
          <mc:Fallback xmlns="">
            <p:sp>
              <p:nvSpPr>
                <p:cNvPr id="64" name="Textfeld 63">
                  <a:extLst>
                    <a:ext uri="{FF2B5EF4-FFF2-40B4-BE49-F238E27FC236}">
                      <a16:creationId xmlns:a16="http://schemas.microsoft.com/office/drawing/2014/main" id="{0966D6B8-2123-FFD8-FA5B-6553FEF981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785" y="3084562"/>
                  <a:ext cx="318977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feld 64">
                  <a:extLst>
                    <a:ext uri="{FF2B5EF4-FFF2-40B4-BE49-F238E27FC236}">
                      <a16:creationId xmlns:a16="http://schemas.microsoft.com/office/drawing/2014/main" id="{BDB64CAD-1458-3108-C1D1-9A24220447B0}"/>
                    </a:ext>
                  </a:extLst>
                </p:cNvPr>
                <p:cNvSpPr txBox="1"/>
                <p:nvPr/>
              </p:nvSpPr>
              <p:spPr>
                <a:xfrm>
                  <a:off x="3009297" y="3091274"/>
                  <a:ext cx="318977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ℝ</m:t>
                        </m:r>
                      </m:oMath>
                    </m:oMathPara>
                  </a14:m>
                  <a:endParaRPr lang="de-DE" sz="1200" dirty="0"/>
                </a:p>
              </p:txBody>
            </p:sp>
          </mc:Choice>
          <mc:Fallback xmlns="">
            <p:sp>
              <p:nvSpPr>
                <p:cNvPr id="65" name="Textfeld 64">
                  <a:extLst>
                    <a:ext uri="{FF2B5EF4-FFF2-40B4-BE49-F238E27FC236}">
                      <a16:creationId xmlns:a16="http://schemas.microsoft.com/office/drawing/2014/main" id="{BDB64CAD-1458-3108-C1D1-9A24220447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9297" y="3091274"/>
                  <a:ext cx="318977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feld 65">
                  <a:extLst>
                    <a:ext uri="{FF2B5EF4-FFF2-40B4-BE49-F238E27FC236}">
                      <a16:creationId xmlns:a16="http://schemas.microsoft.com/office/drawing/2014/main" id="{B73D5152-2D3C-46D7-E116-93BC5092DD7E}"/>
                    </a:ext>
                  </a:extLst>
                </p:cNvPr>
                <p:cNvSpPr txBox="1"/>
                <p:nvPr/>
              </p:nvSpPr>
              <p:spPr>
                <a:xfrm>
                  <a:off x="4143731" y="4240331"/>
                  <a:ext cx="318977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ℝ</m:t>
                        </m:r>
                      </m:oMath>
                    </m:oMathPara>
                  </a14:m>
                  <a:endParaRPr lang="de-DE" sz="1200" dirty="0"/>
                </a:p>
              </p:txBody>
            </p:sp>
          </mc:Choice>
          <mc:Fallback xmlns="">
            <p:sp>
              <p:nvSpPr>
                <p:cNvPr id="66" name="Textfeld 65">
                  <a:extLst>
                    <a:ext uri="{FF2B5EF4-FFF2-40B4-BE49-F238E27FC236}">
                      <a16:creationId xmlns:a16="http://schemas.microsoft.com/office/drawing/2014/main" id="{B73D5152-2D3C-46D7-E116-93BC5092DD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3731" y="4240331"/>
                  <a:ext cx="318977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feld 68">
                  <a:extLst>
                    <a:ext uri="{FF2B5EF4-FFF2-40B4-BE49-F238E27FC236}">
                      <a16:creationId xmlns:a16="http://schemas.microsoft.com/office/drawing/2014/main" id="{60FBBF00-98CF-DFA1-50A3-622F16B5F485}"/>
                    </a:ext>
                  </a:extLst>
                </p:cNvPr>
                <p:cNvSpPr txBox="1"/>
                <p:nvPr/>
              </p:nvSpPr>
              <p:spPr>
                <a:xfrm>
                  <a:off x="6243214" y="3747028"/>
                  <a:ext cx="318977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ℝ</m:t>
                        </m:r>
                      </m:oMath>
                    </m:oMathPara>
                  </a14:m>
                  <a:endParaRPr lang="de-DE" sz="1200" dirty="0"/>
                </a:p>
              </p:txBody>
            </p:sp>
          </mc:Choice>
          <mc:Fallback xmlns="">
            <p:sp>
              <p:nvSpPr>
                <p:cNvPr id="69" name="Textfeld 68">
                  <a:extLst>
                    <a:ext uri="{FF2B5EF4-FFF2-40B4-BE49-F238E27FC236}">
                      <a16:creationId xmlns:a16="http://schemas.microsoft.com/office/drawing/2014/main" id="{60FBBF00-98CF-DFA1-50A3-622F16B5F4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3214" y="3747028"/>
                  <a:ext cx="318977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feld 69">
                  <a:extLst>
                    <a:ext uri="{FF2B5EF4-FFF2-40B4-BE49-F238E27FC236}">
                      <a16:creationId xmlns:a16="http://schemas.microsoft.com/office/drawing/2014/main" id="{10C16D5F-8E9F-1D2F-A8B1-71813F13CFA1}"/>
                    </a:ext>
                  </a:extLst>
                </p:cNvPr>
                <p:cNvSpPr txBox="1"/>
                <p:nvPr/>
              </p:nvSpPr>
              <p:spPr>
                <a:xfrm>
                  <a:off x="5934257" y="3096053"/>
                  <a:ext cx="318977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ℝ</m:t>
                        </m:r>
                      </m:oMath>
                    </m:oMathPara>
                  </a14:m>
                  <a:endParaRPr lang="de-DE" sz="1200" dirty="0"/>
                </a:p>
              </p:txBody>
            </p:sp>
          </mc:Choice>
          <mc:Fallback xmlns="">
            <p:sp>
              <p:nvSpPr>
                <p:cNvPr id="70" name="Textfeld 69">
                  <a:extLst>
                    <a:ext uri="{FF2B5EF4-FFF2-40B4-BE49-F238E27FC236}">
                      <a16:creationId xmlns:a16="http://schemas.microsoft.com/office/drawing/2014/main" id="{10C16D5F-8E9F-1D2F-A8B1-71813F13CF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4257" y="3096053"/>
                  <a:ext cx="318977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feld 70">
                  <a:extLst>
                    <a:ext uri="{FF2B5EF4-FFF2-40B4-BE49-F238E27FC236}">
                      <a16:creationId xmlns:a16="http://schemas.microsoft.com/office/drawing/2014/main" id="{A5BFE2F1-23D7-9699-2B76-E7F8BE073477}"/>
                    </a:ext>
                  </a:extLst>
                </p:cNvPr>
                <p:cNvSpPr txBox="1"/>
                <p:nvPr/>
              </p:nvSpPr>
              <p:spPr>
                <a:xfrm>
                  <a:off x="7033833" y="4221683"/>
                  <a:ext cx="318977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ℝ</m:t>
                        </m:r>
                      </m:oMath>
                    </m:oMathPara>
                  </a14:m>
                  <a:endParaRPr lang="de-DE" sz="1200" dirty="0"/>
                </a:p>
              </p:txBody>
            </p:sp>
          </mc:Choice>
          <mc:Fallback xmlns="">
            <p:sp>
              <p:nvSpPr>
                <p:cNvPr id="71" name="Textfeld 70">
                  <a:extLst>
                    <a:ext uri="{FF2B5EF4-FFF2-40B4-BE49-F238E27FC236}">
                      <a16:creationId xmlns:a16="http://schemas.microsoft.com/office/drawing/2014/main" id="{A5BFE2F1-23D7-9699-2B76-E7F8BE0734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3833" y="4221683"/>
                  <a:ext cx="318977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3095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30</Words>
  <Application>Microsoft Office PowerPoint</Application>
  <PresentationFormat>Benutzerdefiniert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2</cp:revision>
  <dcterms:created xsi:type="dcterms:W3CDTF">2024-09-13T05:36:31Z</dcterms:created>
  <dcterms:modified xsi:type="dcterms:W3CDTF">2024-10-03T05:24:08Z</dcterms:modified>
</cp:coreProperties>
</file>