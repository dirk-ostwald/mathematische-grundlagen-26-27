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240088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56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3018" y="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11" y="294620"/>
            <a:ext cx="2430066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945535"/>
            <a:ext cx="2430066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101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6114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8" y="448807"/>
            <a:ext cx="2794576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8" y="1204734"/>
            <a:ext cx="2794576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82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4500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479227"/>
            <a:ext cx="1377037" cy="1142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479227"/>
            <a:ext cx="1377037" cy="1142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56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95846"/>
            <a:ext cx="2794576" cy="34796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441305"/>
            <a:ext cx="137070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657582"/>
            <a:ext cx="1370709" cy="9672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441305"/>
            <a:ext cx="137745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657582"/>
            <a:ext cx="1377459" cy="9672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98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6774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892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20015"/>
            <a:ext cx="104501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259199"/>
            <a:ext cx="1640295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540067"/>
            <a:ext cx="104501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1781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20015"/>
            <a:ext cx="104501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259199"/>
            <a:ext cx="1640295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540067"/>
            <a:ext cx="104501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48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870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95846"/>
            <a:ext cx="698644" cy="152560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95846"/>
            <a:ext cx="2055431" cy="152560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54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95846"/>
            <a:ext cx="2794576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479227"/>
            <a:ext cx="2794576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1668542"/>
            <a:ext cx="7290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F5251-7BCE-4C6C-B40C-FB47097707AF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1668542"/>
            <a:ext cx="109353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1668542"/>
            <a:ext cx="7290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C6AA5-5E38-4EF4-9165-3455ECA0D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413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F88062A-C87B-9C8F-61A2-6B7EB7C0573A}"/>
              </a:ext>
            </a:extLst>
          </p:cNvPr>
          <p:cNvGrpSpPr/>
          <p:nvPr/>
        </p:nvGrpSpPr>
        <p:grpSpPr>
          <a:xfrm>
            <a:off x="154903" y="134337"/>
            <a:ext cx="2930282" cy="1531550"/>
            <a:chOff x="4880309" y="2066937"/>
            <a:chExt cx="2930282" cy="153155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DDA40E05-3422-1A35-B522-C338B38D29FB}"/>
                </a:ext>
              </a:extLst>
            </p:cNvPr>
            <p:cNvSpPr/>
            <p:nvPr/>
          </p:nvSpPr>
          <p:spPr>
            <a:xfrm>
              <a:off x="4880309" y="2066937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8476F41-5861-B8F7-3C1A-BC945D2E57D6}"/>
                    </a:ext>
                  </a:extLst>
                </p:cNvPr>
                <p:cNvSpPr txBox="1"/>
                <p:nvPr/>
              </p:nvSpPr>
              <p:spPr>
                <a:xfrm>
                  <a:off x="5209612" y="2274940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FDE57F9F-C9CB-3CB1-4241-C52E5B8468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9612" y="2274940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CDCE50FF-AE25-7E54-9492-DC09AB6A3E19}"/>
                    </a:ext>
                  </a:extLst>
                </p:cNvPr>
                <p:cNvSpPr txBox="1"/>
                <p:nvPr/>
              </p:nvSpPr>
              <p:spPr>
                <a:xfrm>
                  <a:off x="5223648" y="2681578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86" name="Textfeld 85">
                  <a:extLst>
                    <a:ext uri="{FF2B5EF4-FFF2-40B4-BE49-F238E27FC236}">
                      <a16:creationId xmlns:a16="http://schemas.microsoft.com/office/drawing/2014/main" id="{92F4EA48-0DAC-DB1D-A19F-9F9573A7A1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648" y="2681578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BA2D47C1-0F75-0E40-EEDE-EA55FA956A26}"/>
                    </a:ext>
                  </a:extLst>
                </p:cNvPr>
                <p:cNvSpPr txBox="1"/>
                <p:nvPr/>
              </p:nvSpPr>
              <p:spPr>
                <a:xfrm>
                  <a:off x="5219638" y="3045037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87" name="Textfeld 86">
                  <a:extLst>
                    <a:ext uri="{FF2B5EF4-FFF2-40B4-BE49-F238E27FC236}">
                      <a16:creationId xmlns:a16="http://schemas.microsoft.com/office/drawing/2014/main" id="{8F44F12A-603B-86C6-1EA8-E752BD4D6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9638" y="3045037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A3611393-0C90-6F87-95BB-31A6E19911CB}"/>
                </a:ext>
              </a:extLst>
            </p:cNvPr>
            <p:cNvSpPr/>
            <p:nvPr/>
          </p:nvSpPr>
          <p:spPr>
            <a:xfrm>
              <a:off x="6788383" y="2066937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C6B46E13-4E22-20AD-56FD-81E4488DDBE4}"/>
                    </a:ext>
                  </a:extLst>
                </p:cNvPr>
                <p:cNvSpPr txBox="1"/>
                <p:nvPr/>
              </p:nvSpPr>
              <p:spPr>
                <a:xfrm>
                  <a:off x="7111363" y="2425839"/>
                  <a:ext cx="352661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89" name="Textfeld 88">
                  <a:extLst>
                    <a:ext uri="{FF2B5EF4-FFF2-40B4-BE49-F238E27FC236}">
                      <a16:creationId xmlns:a16="http://schemas.microsoft.com/office/drawing/2014/main" id="{3EF273C5-76DC-85DD-61CD-6048529BC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1363" y="2425839"/>
                  <a:ext cx="352661" cy="3139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93566B52-3BF6-B43E-271B-D3CB86729757}"/>
                    </a:ext>
                  </a:extLst>
                </p:cNvPr>
                <p:cNvSpPr txBox="1"/>
                <p:nvPr/>
              </p:nvSpPr>
              <p:spPr>
                <a:xfrm>
                  <a:off x="7098769" y="2868063"/>
                  <a:ext cx="349005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7362E628-10A6-6774-5689-F4EBBA34C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8769" y="2868063"/>
                  <a:ext cx="349005" cy="3139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7C598BC6-EB5F-C4BD-ABA9-B6C10805619F}"/>
                </a:ext>
              </a:extLst>
            </p:cNvPr>
            <p:cNvCxnSpPr>
              <a:cxnSpLocks/>
              <a:stCxn id="6" idx="3"/>
              <a:endCxn id="10" idx="1"/>
            </p:cNvCxnSpPr>
            <p:nvPr/>
          </p:nvCxnSpPr>
          <p:spPr>
            <a:xfrm>
              <a:off x="5586638" y="2451912"/>
              <a:ext cx="1524725" cy="13089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2ABB00ED-34AF-9B4F-7183-B415E397D576}"/>
                </a:ext>
              </a:extLst>
            </p:cNvPr>
            <p:cNvCxnSpPr>
              <a:cxnSpLocks/>
              <a:stCxn id="6" idx="3"/>
              <a:endCxn id="11" idx="1"/>
            </p:cNvCxnSpPr>
            <p:nvPr/>
          </p:nvCxnSpPr>
          <p:spPr>
            <a:xfrm>
              <a:off x="5586638" y="2451912"/>
              <a:ext cx="1512131" cy="5731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ACF223F4-AC6E-26C1-5FD1-A9D7512EE67C}"/>
                </a:ext>
              </a:extLst>
            </p:cNvPr>
            <p:cNvCxnSpPr>
              <a:cxnSpLocks/>
              <a:stCxn id="7" idx="3"/>
              <a:endCxn id="10" idx="1"/>
            </p:cNvCxnSpPr>
            <p:nvPr/>
          </p:nvCxnSpPr>
          <p:spPr>
            <a:xfrm flipV="1">
              <a:off x="5600674" y="2582805"/>
              <a:ext cx="1510689" cy="275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847EA97E-EAE2-FD3A-7D43-9C3E3C8DAA1D}"/>
                </a:ext>
              </a:extLst>
            </p:cNvPr>
            <p:cNvCxnSpPr>
              <a:stCxn id="8" idx="3"/>
              <a:endCxn id="11" idx="1"/>
            </p:cNvCxnSpPr>
            <p:nvPr/>
          </p:nvCxnSpPr>
          <p:spPr>
            <a:xfrm flipV="1">
              <a:off x="5596664" y="3025029"/>
              <a:ext cx="1502105" cy="19698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30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</Words>
  <Application>Microsoft Office PowerPoint</Application>
  <PresentationFormat>Benutzerdefiniert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2</cp:revision>
  <dcterms:created xsi:type="dcterms:W3CDTF">2024-09-23T05:08:08Z</dcterms:created>
  <dcterms:modified xsi:type="dcterms:W3CDTF">2024-09-23T05:09:20Z</dcterms:modified>
</cp:coreProperties>
</file>