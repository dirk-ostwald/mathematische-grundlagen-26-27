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</p:sldIdLst>
  <p:sldSz cx="360045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92" autoAdjust="0"/>
    <p:restoredTop sz="94660"/>
  </p:normalViewPr>
  <p:slideViewPr>
    <p:cSldViewPr snapToGrid="0">
      <p:cViewPr varScale="1">
        <p:scale>
          <a:sx n="363" d="100"/>
          <a:sy n="363" d="100"/>
        </p:scale>
        <p:origin x="2904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471289"/>
            <a:ext cx="3060383" cy="1002571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512522"/>
            <a:ext cx="2700338" cy="695267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39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6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717932"/>
            <a:ext cx="3105388" cy="1197885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1927150"/>
            <a:ext cx="3105388" cy="629940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88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766593"/>
            <a:ext cx="1530191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766593"/>
            <a:ext cx="1530191" cy="18271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5916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53319"/>
            <a:ext cx="3105388" cy="556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705933"/>
            <a:ext cx="1523159" cy="34596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051899"/>
            <a:ext cx="1523159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705933"/>
            <a:ext cx="1530660" cy="34596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051899"/>
            <a:ext cx="1530660" cy="15471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0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87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17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982"/>
            <a:ext cx="1161239" cy="6719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414628"/>
            <a:ext cx="1822728" cy="2046471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863918"/>
            <a:ext cx="1161239" cy="160051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786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982"/>
            <a:ext cx="1161239" cy="671936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414628"/>
            <a:ext cx="1822728" cy="2046471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863918"/>
            <a:ext cx="1161239" cy="160051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399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42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53319"/>
            <a:ext cx="776347" cy="244043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53319"/>
            <a:ext cx="2284035" cy="24404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534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53319"/>
            <a:ext cx="3105388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766593"/>
            <a:ext cx="3105388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2669079"/>
            <a:ext cx="81010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35209-1814-487F-A442-B092F3359FD7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2669079"/>
            <a:ext cx="121515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2669079"/>
            <a:ext cx="81010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5DC704-A97E-4179-870E-CC504E64BB0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00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32394E8-18BB-A630-FFE1-22A097EDB71F}"/>
              </a:ext>
            </a:extLst>
          </p:cNvPr>
          <p:cNvGrpSpPr/>
          <p:nvPr/>
        </p:nvGrpSpPr>
        <p:grpSpPr>
          <a:xfrm>
            <a:off x="29789" y="133202"/>
            <a:ext cx="3687868" cy="2613320"/>
            <a:chOff x="4017185" y="753589"/>
            <a:chExt cx="3687868" cy="2613320"/>
          </a:xfrm>
        </p:grpSpPr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5A83495C-B13E-159D-925F-8D20B63A80C6}"/>
                </a:ext>
              </a:extLst>
            </p:cNvPr>
            <p:cNvSpPr/>
            <p:nvPr/>
          </p:nvSpPr>
          <p:spPr>
            <a:xfrm>
              <a:off x="5949857" y="1743028"/>
              <a:ext cx="770040" cy="14528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Ellipse 137">
              <a:extLst>
                <a:ext uri="{FF2B5EF4-FFF2-40B4-BE49-F238E27FC236}">
                  <a16:creationId xmlns:a16="http://schemas.microsoft.com/office/drawing/2014/main" id="{AA5E4BF9-F152-E8AD-B0E7-D32A46F67486}"/>
                </a:ext>
              </a:extLst>
            </p:cNvPr>
            <p:cNvSpPr/>
            <p:nvPr/>
          </p:nvSpPr>
          <p:spPr>
            <a:xfrm>
              <a:off x="6079880" y="2261191"/>
              <a:ext cx="446523" cy="78943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9B4E66F9-8A81-7526-6151-10CCBC376DC9}"/>
                </a:ext>
              </a:extLst>
            </p:cNvPr>
            <p:cNvSpPr/>
            <p:nvPr/>
          </p:nvSpPr>
          <p:spPr>
            <a:xfrm>
              <a:off x="4547421" y="1686892"/>
              <a:ext cx="377026" cy="75590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1FB16929-8E7C-0029-A43A-24F46A3838D6}"/>
                </a:ext>
              </a:extLst>
            </p:cNvPr>
            <p:cNvSpPr/>
            <p:nvPr/>
          </p:nvSpPr>
          <p:spPr>
            <a:xfrm>
              <a:off x="4327377" y="1168729"/>
              <a:ext cx="837887" cy="2156793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/>
                <p:nvPr/>
              </p:nvSpPr>
              <p:spPr>
                <a:xfrm>
                  <a:off x="4540597" y="1376732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BA0303A5-B23F-2013-82FA-C32314813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597" y="1376732"/>
                  <a:ext cx="377026" cy="35394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/>
                <p:nvPr/>
              </p:nvSpPr>
              <p:spPr>
                <a:xfrm>
                  <a:off x="4554634" y="174302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76BCB831-6D86-BF6A-0814-809C92623F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4634" y="1743028"/>
                  <a:ext cx="377026" cy="3539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/>
                <p:nvPr/>
              </p:nvSpPr>
              <p:spPr>
                <a:xfrm>
                  <a:off x="4550623" y="2109324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E3606449-9740-9554-5F69-1EC2E747B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623" y="2109324"/>
                  <a:ext cx="377026" cy="3539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feld 104">
                  <a:extLst>
                    <a:ext uri="{FF2B5EF4-FFF2-40B4-BE49-F238E27FC236}">
                      <a16:creationId xmlns:a16="http://schemas.microsoft.com/office/drawing/2014/main" id="{BAB74EAA-6151-67B8-4ACD-CB06B72AA47D}"/>
                    </a:ext>
                  </a:extLst>
                </p:cNvPr>
                <p:cNvSpPr txBox="1"/>
                <p:nvPr/>
              </p:nvSpPr>
              <p:spPr>
                <a:xfrm>
                  <a:off x="4550623" y="247562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05" name="Textfeld 104">
                  <a:extLst>
                    <a:ext uri="{FF2B5EF4-FFF2-40B4-BE49-F238E27FC236}">
                      <a16:creationId xmlns:a16="http://schemas.microsoft.com/office/drawing/2014/main" id="{BAB74EAA-6151-67B8-4ACD-CB06B72AA4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623" y="2475620"/>
                  <a:ext cx="377026" cy="35394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feld 105">
                  <a:extLst>
                    <a:ext uri="{FF2B5EF4-FFF2-40B4-BE49-F238E27FC236}">
                      <a16:creationId xmlns:a16="http://schemas.microsoft.com/office/drawing/2014/main" id="{4C54AD3A-41F1-09FB-AA0C-E6B35C6CD76F}"/>
                    </a:ext>
                  </a:extLst>
                </p:cNvPr>
                <p:cNvSpPr txBox="1"/>
                <p:nvPr/>
              </p:nvSpPr>
              <p:spPr>
                <a:xfrm>
                  <a:off x="4550623" y="2841916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06" name="Textfeld 105">
                  <a:extLst>
                    <a:ext uri="{FF2B5EF4-FFF2-40B4-BE49-F238E27FC236}">
                      <a16:creationId xmlns:a16="http://schemas.microsoft.com/office/drawing/2014/main" id="{4C54AD3A-41F1-09FB-AA0C-E6B35C6CD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623" y="2841916"/>
                  <a:ext cx="377026" cy="35394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FB38F921-2EA5-E8B1-ACDC-AB5A5BFF0725}"/>
                    </a:ext>
                  </a:extLst>
                </p:cNvPr>
                <p:cNvSpPr txBox="1"/>
                <p:nvPr/>
              </p:nvSpPr>
              <p:spPr>
                <a:xfrm>
                  <a:off x="4017185" y="1730675"/>
                  <a:ext cx="23724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10" name="Textfeld 109">
                  <a:extLst>
                    <a:ext uri="{FF2B5EF4-FFF2-40B4-BE49-F238E27FC236}">
                      <a16:creationId xmlns:a16="http://schemas.microsoft.com/office/drawing/2014/main" id="{FB38F921-2EA5-E8B1-ACDC-AB5A5BFF07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7185" y="1730675"/>
                  <a:ext cx="237244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23077" t="-2439" r="-25641" b="-731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feld 110">
                  <a:extLst>
                    <a:ext uri="{FF2B5EF4-FFF2-40B4-BE49-F238E27FC236}">
                      <a16:creationId xmlns:a16="http://schemas.microsoft.com/office/drawing/2014/main" id="{D294BB92-13B5-D3BA-E97A-972A7B04E1A3}"/>
                    </a:ext>
                  </a:extLst>
                </p:cNvPr>
                <p:cNvSpPr txBox="1"/>
                <p:nvPr/>
              </p:nvSpPr>
              <p:spPr>
                <a:xfrm>
                  <a:off x="4642219" y="771884"/>
                  <a:ext cx="2135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11" name="Textfeld 110">
                  <a:extLst>
                    <a:ext uri="{FF2B5EF4-FFF2-40B4-BE49-F238E27FC236}">
                      <a16:creationId xmlns:a16="http://schemas.microsoft.com/office/drawing/2014/main" id="{D294BB92-13B5-D3BA-E97A-972A7B04E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2219" y="771884"/>
                  <a:ext cx="21352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5714" r="-25714" b="-66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feld 111">
                  <a:extLst>
                    <a:ext uri="{FF2B5EF4-FFF2-40B4-BE49-F238E27FC236}">
                      <a16:creationId xmlns:a16="http://schemas.microsoft.com/office/drawing/2014/main" id="{0CA3725E-0C3F-0786-2BC6-D6D61ADADECD}"/>
                    </a:ext>
                  </a:extLst>
                </p:cNvPr>
                <p:cNvSpPr txBox="1"/>
                <p:nvPr/>
              </p:nvSpPr>
              <p:spPr>
                <a:xfrm>
                  <a:off x="6126014" y="1332950"/>
                  <a:ext cx="383951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12" name="Textfeld 111">
                  <a:extLst>
                    <a:ext uri="{FF2B5EF4-FFF2-40B4-BE49-F238E27FC236}">
                      <a16:creationId xmlns:a16="http://schemas.microsoft.com/office/drawing/2014/main" id="{0CA3725E-0C3F-0786-2BC6-D6D61ADAD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6014" y="1332950"/>
                  <a:ext cx="383951" cy="35394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feld 112">
                  <a:extLst>
                    <a:ext uri="{FF2B5EF4-FFF2-40B4-BE49-F238E27FC236}">
                      <a16:creationId xmlns:a16="http://schemas.microsoft.com/office/drawing/2014/main" id="{34B4EFFA-67E7-0DB1-6B40-C8F5F5979A7B}"/>
                    </a:ext>
                  </a:extLst>
                </p:cNvPr>
                <p:cNvSpPr txBox="1"/>
                <p:nvPr/>
              </p:nvSpPr>
              <p:spPr>
                <a:xfrm>
                  <a:off x="6140049" y="1924438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13" name="Textfeld 112">
                  <a:extLst>
                    <a:ext uri="{FF2B5EF4-FFF2-40B4-BE49-F238E27FC236}">
                      <a16:creationId xmlns:a16="http://schemas.microsoft.com/office/drawing/2014/main" id="{34B4EFFA-67E7-0DB1-6B40-C8F5F5979A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049" y="1924438"/>
                  <a:ext cx="377026" cy="3539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feld 113">
                  <a:extLst>
                    <a:ext uri="{FF2B5EF4-FFF2-40B4-BE49-F238E27FC236}">
                      <a16:creationId xmlns:a16="http://schemas.microsoft.com/office/drawing/2014/main" id="{BA5A6EE4-CA22-6791-E3D7-701960761CDD}"/>
                    </a:ext>
                  </a:extLst>
                </p:cNvPr>
                <p:cNvSpPr txBox="1"/>
                <p:nvPr/>
              </p:nvSpPr>
              <p:spPr>
                <a:xfrm>
                  <a:off x="6136038" y="2283910"/>
                  <a:ext cx="377026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14" name="Textfeld 113">
                  <a:extLst>
                    <a:ext uri="{FF2B5EF4-FFF2-40B4-BE49-F238E27FC236}">
                      <a16:creationId xmlns:a16="http://schemas.microsoft.com/office/drawing/2014/main" id="{BA5A6EE4-CA22-6791-E3D7-701960761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6038" y="2283910"/>
                  <a:ext cx="377026" cy="3539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feld 114">
                  <a:extLst>
                    <a:ext uri="{FF2B5EF4-FFF2-40B4-BE49-F238E27FC236}">
                      <a16:creationId xmlns:a16="http://schemas.microsoft.com/office/drawing/2014/main" id="{B49C21A3-3747-023A-18CA-DEF96E397DD8}"/>
                    </a:ext>
                  </a:extLst>
                </p:cNvPr>
                <p:cNvSpPr txBox="1"/>
                <p:nvPr/>
              </p:nvSpPr>
              <p:spPr>
                <a:xfrm>
                  <a:off x="6136040" y="2684326"/>
                  <a:ext cx="390363" cy="3539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700" i="1" dirty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mc:Choice>
          <mc:Fallback xmlns="">
            <p:sp>
              <p:nvSpPr>
                <p:cNvPr id="115" name="Textfeld 114">
                  <a:extLst>
                    <a:ext uri="{FF2B5EF4-FFF2-40B4-BE49-F238E27FC236}">
                      <a16:creationId xmlns:a16="http://schemas.microsoft.com/office/drawing/2014/main" id="{B49C21A3-3747-023A-18CA-DEF96E397D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6040" y="2684326"/>
                  <a:ext cx="390363" cy="35394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F10D2138-664F-19E4-9118-5C233F6B783B}"/>
                    </a:ext>
                  </a:extLst>
                </p:cNvPr>
                <p:cNvSpPr txBox="1"/>
                <p:nvPr/>
              </p:nvSpPr>
              <p:spPr>
                <a:xfrm>
                  <a:off x="6983267" y="1542443"/>
                  <a:ext cx="66319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41" name="Textfeld 140">
                  <a:extLst>
                    <a:ext uri="{FF2B5EF4-FFF2-40B4-BE49-F238E27FC236}">
                      <a16:creationId xmlns:a16="http://schemas.microsoft.com/office/drawing/2014/main" id="{F10D2138-664F-19E4-9118-5C233F6B7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3267" y="1542443"/>
                  <a:ext cx="663194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1A8412EA-6FC9-37A2-D725-330BF92855FF}"/>
                </a:ext>
              </a:extLst>
            </p:cNvPr>
            <p:cNvCxnSpPr>
              <a:cxnSpLocks/>
              <a:stCxn id="141" idx="1"/>
              <a:endCxn id="136" idx="7"/>
            </p:cNvCxnSpPr>
            <p:nvPr/>
          </p:nvCxnSpPr>
          <p:spPr>
            <a:xfrm flipH="1">
              <a:off x="6607127" y="1711720"/>
              <a:ext cx="376140" cy="24407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r Verbinder 151">
              <a:extLst>
                <a:ext uri="{FF2B5EF4-FFF2-40B4-BE49-F238E27FC236}">
                  <a16:creationId xmlns:a16="http://schemas.microsoft.com/office/drawing/2014/main" id="{F970AB5F-CBEF-3724-B8F6-1F3CDEFD6207}"/>
                </a:ext>
              </a:extLst>
            </p:cNvPr>
            <p:cNvCxnSpPr>
              <a:cxnSpLocks/>
              <a:stCxn id="110" idx="3"/>
              <a:endCxn id="107" idx="2"/>
            </p:cNvCxnSpPr>
            <p:nvPr/>
          </p:nvCxnSpPr>
          <p:spPr>
            <a:xfrm>
              <a:off x="4254429" y="1853786"/>
              <a:ext cx="292992" cy="211059"/>
            </a:xfrm>
            <a:prstGeom prst="line">
              <a:avLst/>
            </a:prstGeom>
            <a:ln w="317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feld 152">
                  <a:extLst>
                    <a:ext uri="{FF2B5EF4-FFF2-40B4-BE49-F238E27FC236}">
                      <a16:creationId xmlns:a16="http://schemas.microsoft.com/office/drawing/2014/main" id="{3749C7F3-8840-15F3-EF55-862E2CB04F43}"/>
                    </a:ext>
                  </a:extLst>
                </p:cNvPr>
                <p:cNvSpPr txBox="1"/>
                <p:nvPr/>
              </p:nvSpPr>
              <p:spPr>
                <a:xfrm>
                  <a:off x="6994987" y="2692019"/>
                  <a:ext cx="71006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de-DE" sz="1600" dirty="0"/>
                </a:p>
              </p:txBody>
            </p:sp>
          </mc:Choice>
          <mc:Fallback xmlns="">
            <p:sp>
              <p:nvSpPr>
                <p:cNvPr id="153" name="Textfeld 152">
                  <a:extLst>
                    <a:ext uri="{FF2B5EF4-FFF2-40B4-BE49-F238E27FC236}">
                      <a16:creationId xmlns:a16="http://schemas.microsoft.com/office/drawing/2014/main" id="{3749C7F3-8840-15F3-EF55-862E2CB04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987" y="2692019"/>
                  <a:ext cx="710066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Gerader Verbinder 153">
              <a:extLst>
                <a:ext uri="{FF2B5EF4-FFF2-40B4-BE49-F238E27FC236}">
                  <a16:creationId xmlns:a16="http://schemas.microsoft.com/office/drawing/2014/main" id="{6151CC75-46EE-6A08-4285-93A20F54493C}"/>
                </a:ext>
              </a:extLst>
            </p:cNvPr>
            <p:cNvCxnSpPr>
              <a:cxnSpLocks/>
              <a:stCxn id="153" idx="1"/>
              <a:endCxn id="138" idx="6"/>
            </p:cNvCxnSpPr>
            <p:nvPr/>
          </p:nvCxnSpPr>
          <p:spPr>
            <a:xfrm flipH="1" flipV="1">
              <a:off x="6526403" y="2655907"/>
              <a:ext cx="468584" cy="20538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feld 157">
                  <a:extLst>
                    <a:ext uri="{FF2B5EF4-FFF2-40B4-BE49-F238E27FC236}">
                      <a16:creationId xmlns:a16="http://schemas.microsoft.com/office/drawing/2014/main" id="{BF79F329-645C-BE18-55F0-158C2442A308}"/>
                    </a:ext>
                  </a:extLst>
                </p:cNvPr>
                <p:cNvSpPr txBox="1"/>
                <p:nvPr/>
              </p:nvSpPr>
              <p:spPr>
                <a:xfrm>
                  <a:off x="6217793" y="766355"/>
                  <a:ext cx="1883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58" name="Textfeld 157">
                  <a:extLst>
                    <a:ext uri="{FF2B5EF4-FFF2-40B4-BE49-F238E27FC236}">
                      <a16:creationId xmlns:a16="http://schemas.microsoft.com/office/drawing/2014/main" id="{BF79F329-645C-BE18-55F0-158C2442A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7793" y="766355"/>
                  <a:ext cx="188385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32258" r="-29032" b="-666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1" name="Gerade Verbindung mit Pfeil 160">
              <a:extLst>
                <a:ext uri="{FF2B5EF4-FFF2-40B4-BE49-F238E27FC236}">
                  <a16:creationId xmlns:a16="http://schemas.microsoft.com/office/drawing/2014/main" id="{A1835A22-D7BC-1D8C-9B48-866EE4BA54A6}"/>
                </a:ext>
              </a:extLst>
            </p:cNvPr>
            <p:cNvCxnSpPr/>
            <p:nvPr/>
          </p:nvCxnSpPr>
          <p:spPr>
            <a:xfrm>
              <a:off x="5103849" y="906075"/>
              <a:ext cx="784595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feld 161">
                  <a:extLst>
                    <a:ext uri="{FF2B5EF4-FFF2-40B4-BE49-F238E27FC236}">
                      <a16:creationId xmlns:a16="http://schemas.microsoft.com/office/drawing/2014/main" id="{C24BE813-44F1-9435-AECE-3323AF5E7CC1}"/>
                    </a:ext>
                  </a:extLst>
                </p:cNvPr>
                <p:cNvSpPr txBox="1"/>
                <p:nvPr/>
              </p:nvSpPr>
              <p:spPr>
                <a:xfrm>
                  <a:off x="5438909" y="753589"/>
                  <a:ext cx="17985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i="1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162" name="Textfeld 161">
                  <a:extLst>
                    <a:ext uri="{FF2B5EF4-FFF2-40B4-BE49-F238E27FC236}">
                      <a16:creationId xmlns:a16="http://schemas.microsoft.com/office/drawing/2014/main" id="{C24BE813-44F1-9435-AECE-3323AF5E7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8909" y="753589"/>
                  <a:ext cx="179857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46667" t="-2222" r="-43333" b="-3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FA6BDF36-C2E3-4A0D-2A44-4FB38983CBEB}"/>
                </a:ext>
              </a:extLst>
            </p:cNvPr>
            <p:cNvCxnSpPr>
              <a:cxnSpLocks/>
            </p:cNvCxnSpPr>
            <p:nvPr/>
          </p:nvCxnSpPr>
          <p:spPr>
            <a:xfrm>
              <a:off x="4826891" y="1553704"/>
              <a:ext cx="1428732" cy="5227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3C9FEA96-8C1A-EC48-2343-E4FD0C24C9C2}"/>
                </a:ext>
              </a:extLst>
            </p:cNvPr>
            <p:cNvCxnSpPr>
              <a:cxnSpLocks/>
            </p:cNvCxnSpPr>
            <p:nvPr/>
          </p:nvCxnSpPr>
          <p:spPr>
            <a:xfrm>
              <a:off x="4840928" y="1920000"/>
              <a:ext cx="1411679" cy="8567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1A398BE5-5D0D-B05F-4416-A05D9F4EB7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917" y="2894838"/>
              <a:ext cx="1415690" cy="12405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68DAEE82-D5B9-A5D7-289A-683D71258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917" y="2535282"/>
              <a:ext cx="1413996" cy="1173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75066F77-E633-5A45-22D9-69DC543D1C82}"/>
                </a:ext>
              </a:extLst>
            </p:cNvPr>
            <p:cNvCxnSpPr>
              <a:cxnSpLocks/>
            </p:cNvCxnSpPr>
            <p:nvPr/>
          </p:nvCxnSpPr>
          <p:spPr>
            <a:xfrm>
              <a:off x="4836917" y="2286296"/>
              <a:ext cx="1422708" cy="1270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057B5FD6-5FF1-4BB6-A40A-D6DDB1970AD7}"/>
                </a:ext>
              </a:extLst>
            </p:cNvPr>
            <p:cNvSpPr/>
            <p:nvPr/>
          </p:nvSpPr>
          <p:spPr>
            <a:xfrm>
              <a:off x="5832988" y="1210117"/>
              <a:ext cx="967083" cy="2156792"/>
            </a:xfrm>
            <a:prstGeom prst="ellipse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969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</Words>
  <Application>Microsoft Office PowerPoint</Application>
  <PresentationFormat>Benutzerdefiniert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9</cp:revision>
  <dcterms:created xsi:type="dcterms:W3CDTF">2024-09-19T04:48:59Z</dcterms:created>
  <dcterms:modified xsi:type="dcterms:W3CDTF">2024-09-23T05:29:55Z</dcterms:modified>
</cp:coreProperties>
</file>