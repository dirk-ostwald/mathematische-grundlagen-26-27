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3600450" cy="1800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92" autoAdjust="0"/>
    <p:restoredTop sz="94660"/>
  </p:normalViewPr>
  <p:slideViewPr>
    <p:cSldViewPr snapToGrid="0">
      <p:cViewPr varScale="1">
        <p:scale>
          <a:sx n="400" d="100"/>
          <a:sy n="400" d="100"/>
        </p:scale>
        <p:origin x="2478" y="1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0056" y="294620"/>
            <a:ext cx="2700338" cy="626745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945535"/>
            <a:ext cx="2700338" cy="434638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2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1FDF-A92B-4FD6-8588-3E890DC66C2A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D9F51-3530-4142-9109-8E03761A1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9392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1FDF-A92B-4FD6-8588-3E890DC66C2A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D9F51-3530-4142-9109-8E03761A1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949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448807"/>
            <a:ext cx="3105388" cy="748843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1204734"/>
            <a:ext cx="3105388" cy="393799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82000"/>
                  </a:schemeClr>
                </a:solidFill>
              </a:defRPr>
            </a:lvl2pPr>
            <a:lvl3pPr marL="240030" indent="0">
              <a:buNone/>
              <a:defRPr sz="472">
                <a:solidFill>
                  <a:schemeClr val="tx1">
                    <a:tint val="82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1FDF-A92B-4FD6-8588-3E890DC66C2A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D9F51-3530-4142-9109-8E03761A1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6120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479227"/>
            <a:ext cx="1530191" cy="1142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479227"/>
            <a:ext cx="1530191" cy="1142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1FDF-A92B-4FD6-8588-3E890DC66C2A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D9F51-3530-4142-9109-8E03761A1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579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95846"/>
            <a:ext cx="3105388" cy="34796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441305"/>
            <a:ext cx="1523159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657582"/>
            <a:ext cx="1523159" cy="9672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441305"/>
            <a:ext cx="1530660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657582"/>
            <a:ext cx="1530660" cy="9672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1FDF-A92B-4FD6-8588-3E890DC66C2A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D9F51-3530-4142-9109-8E03761A1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889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1FDF-A92B-4FD6-8588-3E890DC66C2A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D9F51-3530-4142-9109-8E03761A1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281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1FDF-A92B-4FD6-8588-3E890DC66C2A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D9F51-3530-4142-9109-8E03761A1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398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20015"/>
            <a:ext cx="1161239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259199"/>
            <a:ext cx="1822728" cy="1279327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540067"/>
            <a:ext cx="1161239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1FDF-A92B-4FD6-8588-3E890DC66C2A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D9F51-3530-4142-9109-8E03761A1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0017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20015"/>
            <a:ext cx="1161239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259199"/>
            <a:ext cx="1822728" cy="1279327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540067"/>
            <a:ext cx="1161239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1FDF-A92B-4FD6-8588-3E890DC66C2A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D9F51-3530-4142-9109-8E03761A1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4843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1FDF-A92B-4FD6-8588-3E890DC66C2A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D9F51-3530-4142-9109-8E03761A1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5885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95846"/>
            <a:ext cx="776347" cy="152560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95846"/>
            <a:ext cx="2284035" cy="152560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1FDF-A92B-4FD6-8588-3E890DC66C2A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D9F51-3530-4142-9109-8E03761A1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9110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95846"/>
            <a:ext cx="3105388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479227"/>
            <a:ext cx="3105388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1668542"/>
            <a:ext cx="810101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A1FDF-A92B-4FD6-8588-3E890DC66C2A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1668542"/>
            <a:ext cx="1215152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1668542"/>
            <a:ext cx="810101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D9F51-3530-4142-9109-8E03761A1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8270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40030" rtl="0" eaLnBrk="1" latinLnBrk="0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8" indent="-60008" algn="l" defTabSz="24003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02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05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54006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6008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8009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90011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102012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3D9264B5-3F1C-F8CE-5405-D7BC336071AF}"/>
              </a:ext>
            </a:extLst>
          </p:cNvPr>
          <p:cNvGrpSpPr/>
          <p:nvPr/>
        </p:nvGrpSpPr>
        <p:grpSpPr>
          <a:xfrm>
            <a:off x="335084" y="134337"/>
            <a:ext cx="2930282" cy="1531550"/>
            <a:chOff x="2573733" y="2308529"/>
            <a:chExt cx="2930282" cy="1531550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8B99524B-8194-1675-2277-DFDD119C45EC}"/>
                </a:ext>
              </a:extLst>
            </p:cNvPr>
            <p:cNvSpPr/>
            <p:nvPr/>
          </p:nvSpPr>
          <p:spPr>
            <a:xfrm>
              <a:off x="2573733" y="2308529"/>
              <a:ext cx="1022208" cy="1531550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4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BA9D366E-FD49-4A8C-72C0-0B83807D788C}"/>
                    </a:ext>
                  </a:extLst>
                </p:cNvPr>
                <p:cNvSpPr txBox="1"/>
                <p:nvPr/>
              </p:nvSpPr>
              <p:spPr>
                <a:xfrm>
                  <a:off x="2903036" y="2516531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34" name="Textfeld 33">
                  <a:extLst>
                    <a:ext uri="{FF2B5EF4-FFF2-40B4-BE49-F238E27FC236}">
                      <a16:creationId xmlns:a16="http://schemas.microsoft.com/office/drawing/2014/main" id="{BA0303A5-B23F-2013-82FA-C323148137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3036" y="2516531"/>
                  <a:ext cx="377026" cy="353943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6B179D1B-8CA9-7EBC-53F9-D65D3F4A1999}"/>
                    </a:ext>
                  </a:extLst>
                </p:cNvPr>
                <p:cNvSpPr txBox="1"/>
                <p:nvPr/>
              </p:nvSpPr>
              <p:spPr>
                <a:xfrm>
                  <a:off x="2917072" y="2923169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76BCB831-6D86-BF6A-0814-809C92623F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7072" y="2923169"/>
                  <a:ext cx="377026" cy="35394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8F8710E0-0B39-9E0B-245D-7730863798B4}"/>
                    </a:ext>
                  </a:extLst>
                </p:cNvPr>
                <p:cNvSpPr txBox="1"/>
                <p:nvPr/>
              </p:nvSpPr>
              <p:spPr>
                <a:xfrm>
                  <a:off x="2913062" y="3286628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36" name="Textfeld 35">
                  <a:extLst>
                    <a:ext uri="{FF2B5EF4-FFF2-40B4-BE49-F238E27FC236}">
                      <a16:creationId xmlns:a16="http://schemas.microsoft.com/office/drawing/2014/main" id="{E3606449-9740-9554-5F69-1EC2E747BB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3062" y="3286628"/>
                  <a:ext cx="377026" cy="35394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06B75B2A-E4C5-0DC1-1E5C-C4966024E8A0}"/>
                </a:ext>
              </a:extLst>
            </p:cNvPr>
            <p:cNvSpPr/>
            <p:nvPr/>
          </p:nvSpPr>
          <p:spPr>
            <a:xfrm>
              <a:off x="4481807" y="2308529"/>
              <a:ext cx="1022208" cy="1531550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4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B5A2375E-9BA5-464B-614B-3D9554C6903C}"/>
                    </a:ext>
                  </a:extLst>
                </p:cNvPr>
                <p:cNvSpPr txBox="1"/>
                <p:nvPr/>
              </p:nvSpPr>
              <p:spPr>
                <a:xfrm>
                  <a:off x="4804787" y="2667431"/>
                  <a:ext cx="352661" cy="3139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40" i="1" dirty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de-DE" sz="144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38" name="Textfeld 37">
                  <a:extLst>
                    <a:ext uri="{FF2B5EF4-FFF2-40B4-BE49-F238E27FC236}">
                      <a16:creationId xmlns:a16="http://schemas.microsoft.com/office/drawing/2014/main" id="{7E34D3DD-7BD6-22D7-E060-01A3D6E4BD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4787" y="2667431"/>
                  <a:ext cx="352661" cy="3139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B7A0194D-BBA1-86FF-9364-31670386DCB6}"/>
                    </a:ext>
                  </a:extLst>
                </p:cNvPr>
                <p:cNvSpPr txBox="1"/>
                <p:nvPr/>
              </p:nvSpPr>
              <p:spPr>
                <a:xfrm>
                  <a:off x="4792193" y="3109656"/>
                  <a:ext cx="349005" cy="3139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40" i="1" dirty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de-DE" sz="144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39" name="Textfeld 38">
                  <a:extLst>
                    <a:ext uri="{FF2B5EF4-FFF2-40B4-BE49-F238E27FC236}">
                      <a16:creationId xmlns:a16="http://schemas.microsoft.com/office/drawing/2014/main" id="{BC049929-892A-A1A5-946D-ED7EFF8702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2193" y="3109656"/>
                  <a:ext cx="349005" cy="3139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Gerade Verbindung mit Pfeil 11">
              <a:extLst>
                <a:ext uri="{FF2B5EF4-FFF2-40B4-BE49-F238E27FC236}">
                  <a16:creationId xmlns:a16="http://schemas.microsoft.com/office/drawing/2014/main" id="{616D089C-90BC-A972-65F2-BA21FB0500FE}"/>
                </a:ext>
              </a:extLst>
            </p:cNvPr>
            <p:cNvCxnSpPr>
              <a:cxnSpLocks/>
              <a:stCxn id="6" idx="3"/>
              <a:endCxn id="10" idx="1"/>
            </p:cNvCxnSpPr>
            <p:nvPr/>
          </p:nvCxnSpPr>
          <p:spPr>
            <a:xfrm>
              <a:off x="3280062" y="2693503"/>
              <a:ext cx="1524725" cy="13089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77339584-65F9-7BCA-7B94-7A333C7742E3}"/>
                </a:ext>
              </a:extLst>
            </p:cNvPr>
            <p:cNvCxnSpPr>
              <a:cxnSpLocks/>
              <a:stCxn id="7" idx="3"/>
              <a:endCxn id="10" idx="1"/>
            </p:cNvCxnSpPr>
            <p:nvPr/>
          </p:nvCxnSpPr>
          <p:spPr>
            <a:xfrm flipV="1">
              <a:off x="3294098" y="2824397"/>
              <a:ext cx="1510689" cy="27574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mit Pfeil 13">
              <a:extLst>
                <a:ext uri="{FF2B5EF4-FFF2-40B4-BE49-F238E27FC236}">
                  <a16:creationId xmlns:a16="http://schemas.microsoft.com/office/drawing/2014/main" id="{A2C15700-F97D-C13C-9CF2-11F1E46BB93C}"/>
                </a:ext>
              </a:extLst>
            </p:cNvPr>
            <p:cNvCxnSpPr>
              <a:cxnSpLocks/>
              <a:stCxn id="8" idx="3"/>
              <a:endCxn id="11" idx="1"/>
            </p:cNvCxnSpPr>
            <p:nvPr/>
          </p:nvCxnSpPr>
          <p:spPr>
            <a:xfrm flipV="1">
              <a:off x="3290088" y="3266622"/>
              <a:ext cx="1502105" cy="19697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18847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</Words>
  <Application>Microsoft Office PowerPoint</Application>
  <PresentationFormat>Benutzerdefiniert</PresentationFormat>
  <Paragraphs>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CMU Bright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Ostwald</dc:creator>
  <cp:lastModifiedBy>Dirk Ostwald</cp:lastModifiedBy>
  <cp:revision>1</cp:revision>
  <dcterms:created xsi:type="dcterms:W3CDTF">2024-09-23T04:59:15Z</dcterms:created>
  <dcterms:modified xsi:type="dcterms:W3CDTF">2024-09-23T05:00:42Z</dcterms:modified>
</cp:coreProperties>
</file>