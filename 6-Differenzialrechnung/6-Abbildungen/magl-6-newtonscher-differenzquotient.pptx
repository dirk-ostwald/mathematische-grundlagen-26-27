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4679950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36" autoAdjust="0"/>
    <p:restoredTop sz="94660"/>
  </p:normalViewPr>
  <p:slideViewPr>
    <p:cSldViewPr snapToGrid="0">
      <p:cViewPr varScale="1">
        <p:scale>
          <a:sx n="363" d="100"/>
          <a:sy n="363" d="100"/>
        </p:scale>
        <p:origin x="1548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4994" y="471289"/>
            <a:ext cx="3509963" cy="1002571"/>
          </a:xfrm>
        </p:spPr>
        <p:txBody>
          <a:bodyPr anchor="b"/>
          <a:lstStyle>
            <a:lvl1pPr algn="ctr">
              <a:defRPr sz="230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994" y="1512522"/>
            <a:ext cx="3509963" cy="695267"/>
          </a:xfrm>
        </p:spPr>
        <p:txBody>
          <a:bodyPr/>
          <a:lstStyle>
            <a:lvl1pPr marL="0" indent="0" algn="ctr">
              <a:buNone/>
              <a:defRPr sz="921"/>
            </a:lvl1pPr>
            <a:lvl2pPr marL="175519" indent="0" algn="ctr">
              <a:buNone/>
              <a:defRPr sz="768"/>
            </a:lvl2pPr>
            <a:lvl3pPr marL="351038" indent="0" algn="ctr">
              <a:buNone/>
              <a:defRPr sz="691"/>
            </a:lvl3pPr>
            <a:lvl4pPr marL="526557" indent="0" algn="ctr">
              <a:buNone/>
              <a:defRPr sz="614"/>
            </a:lvl4pPr>
            <a:lvl5pPr marL="702076" indent="0" algn="ctr">
              <a:buNone/>
              <a:defRPr sz="614"/>
            </a:lvl5pPr>
            <a:lvl6pPr marL="877595" indent="0" algn="ctr">
              <a:buNone/>
              <a:defRPr sz="614"/>
            </a:lvl6pPr>
            <a:lvl7pPr marL="1053114" indent="0" algn="ctr">
              <a:buNone/>
              <a:defRPr sz="614"/>
            </a:lvl7pPr>
            <a:lvl8pPr marL="1228634" indent="0" algn="ctr">
              <a:buNone/>
              <a:defRPr sz="614"/>
            </a:lvl8pPr>
            <a:lvl9pPr marL="1404153" indent="0" algn="ctr">
              <a:buNone/>
              <a:defRPr sz="61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083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941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309" y="717932"/>
            <a:ext cx="4036457" cy="1197885"/>
          </a:xfrm>
        </p:spPr>
        <p:txBody>
          <a:bodyPr anchor="b"/>
          <a:lstStyle>
            <a:lvl1pPr>
              <a:defRPr sz="230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309" y="1927150"/>
            <a:ext cx="4036457" cy="629940"/>
          </a:xfrm>
        </p:spPr>
        <p:txBody>
          <a:bodyPr/>
          <a:lstStyle>
            <a:lvl1pPr marL="0" indent="0">
              <a:buNone/>
              <a:defRPr sz="921">
                <a:solidFill>
                  <a:schemeClr val="tx1">
                    <a:tint val="82000"/>
                  </a:schemeClr>
                </a:solidFill>
              </a:defRPr>
            </a:lvl1pPr>
            <a:lvl2pPr marL="175519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2pPr>
            <a:lvl3pPr marL="351038" indent="0">
              <a:buNone/>
              <a:defRPr sz="691">
                <a:solidFill>
                  <a:schemeClr val="tx1">
                    <a:tint val="82000"/>
                  </a:schemeClr>
                </a:solidFill>
              </a:defRPr>
            </a:lvl3pPr>
            <a:lvl4pPr marL="526557" indent="0">
              <a:buNone/>
              <a:defRPr sz="614">
                <a:solidFill>
                  <a:schemeClr val="tx1">
                    <a:tint val="82000"/>
                  </a:schemeClr>
                </a:solidFill>
              </a:defRPr>
            </a:lvl4pPr>
            <a:lvl5pPr marL="702076" indent="0">
              <a:buNone/>
              <a:defRPr sz="614">
                <a:solidFill>
                  <a:schemeClr val="tx1">
                    <a:tint val="82000"/>
                  </a:schemeClr>
                </a:solidFill>
              </a:defRPr>
            </a:lvl5pPr>
            <a:lvl6pPr marL="877595" indent="0">
              <a:buNone/>
              <a:defRPr sz="614">
                <a:solidFill>
                  <a:schemeClr val="tx1">
                    <a:tint val="82000"/>
                  </a:schemeClr>
                </a:solidFill>
              </a:defRPr>
            </a:lvl6pPr>
            <a:lvl7pPr marL="1053114" indent="0">
              <a:buNone/>
              <a:defRPr sz="614">
                <a:solidFill>
                  <a:schemeClr val="tx1">
                    <a:tint val="82000"/>
                  </a:schemeClr>
                </a:solidFill>
              </a:defRPr>
            </a:lvl7pPr>
            <a:lvl8pPr marL="1228634" indent="0">
              <a:buNone/>
              <a:defRPr sz="614">
                <a:solidFill>
                  <a:schemeClr val="tx1">
                    <a:tint val="82000"/>
                  </a:schemeClr>
                </a:solidFill>
              </a:defRPr>
            </a:lvl8pPr>
            <a:lvl9pPr marL="1404153" indent="0">
              <a:buNone/>
              <a:defRPr sz="61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314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1746" y="766593"/>
            <a:ext cx="1988979" cy="18271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69225" y="766593"/>
            <a:ext cx="1988979" cy="18271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507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153319"/>
            <a:ext cx="4036457" cy="55661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356" y="705933"/>
            <a:ext cx="1979838" cy="345967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5519" indent="0">
              <a:buNone/>
              <a:defRPr sz="768" b="1"/>
            </a:lvl2pPr>
            <a:lvl3pPr marL="351038" indent="0">
              <a:buNone/>
              <a:defRPr sz="691" b="1"/>
            </a:lvl3pPr>
            <a:lvl4pPr marL="526557" indent="0">
              <a:buNone/>
              <a:defRPr sz="614" b="1"/>
            </a:lvl4pPr>
            <a:lvl5pPr marL="702076" indent="0">
              <a:buNone/>
              <a:defRPr sz="614" b="1"/>
            </a:lvl5pPr>
            <a:lvl6pPr marL="877595" indent="0">
              <a:buNone/>
              <a:defRPr sz="614" b="1"/>
            </a:lvl6pPr>
            <a:lvl7pPr marL="1053114" indent="0">
              <a:buNone/>
              <a:defRPr sz="614" b="1"/>
            </a:lvl7pPr>
            <a:lvl8pPr marL="1228634" indent="0">
              <a:buNone/>
              <a:defRPr sz="614" b="1"/>
            </a:lvl8pPr>
            <a:lvl9pPr marL="1404153" indent="0">
              <a:buNone/>
              <a:defRPr sz="61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2356" y="1051899"/>
            <a:ext cx="1979838" cy="15471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69225" y="705933"/>
            <a:ext cx="1989588" cy="345967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5519" indent="0">
              <a:buNone/>
              <a:defRPr sz="768" b="1"/>
            </a:lvl2pPr>
            <a:lvl3pPr marL="351038" indent="0">
              <a:buNone/>
              <a:defRPr sz="691" b="1"/>
            </a:lvl3pPr>
            <a:lvl4pPr marL="526557" indent="0">
              <a:buNone/>
              <a:defRPr sz="614" b="1"/>
            </a:lvl4pPr>
            <a:lvl5pPr marL="702076" indent="0">
              <a:buNone/>
              <a:defRPr sz="614" b="1"/>
            </a:lvl5pPr>
            <a:lvl6pPr marL="877595" indent="0">
              <a:buNone/>
              <a:defRPr sz="614" b="1"/>
            </a:lvl6pPr>
            <a:lvl7pPr marL="1053114" indent="0">
              <a:buNone/>
              <a:defRPr sz="614" b="1"/>
            </a:lvl7pPr>
            <a:lvl8pPr marL="1228634" indent="0">
              <a:buNone/>
              <a:defRPr sz="614" b="1"/>
            </a:lvl8pPr>
            <a:lvl9pPr marL="1404153" indent="0">
              <a:buNone/>
              <a:defRPr sz="61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69225" y="1051899"/>
            <a:ext cx="1989588" cy="15471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0765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418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233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191982"/>
            <a:ext cx="1509406" cy="671936"/>
          </a:xfrm>
        </p:spPr>
        <p:txBody>
          <a:bodyPr anchor="b"/>
          <a:lstStyle>
            <a:lvl1pPr>
              <a:defRPr sz="122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9588" y="414627"/>
            <a:ext cx="2369225" cy="2046471"/>
          </a:xfrm>
        </p:spPr>
        <p:txBody>
          <a:bodyPr/>
          <a:lstStyle>
            <a:lvl1pPr>
              <a:defRPr sz="1228"/>
            </a:lvl1pPr>
            <a:lvl2pPr>
              <a:defRPr sz="1075"/>
            </a:lvl2pPr>
            <a:lvl3pPr>
              <a:defRPr sz="921"/>
            </a:lvl3pPr>
            <a:lvl4pPr>
              <a:defRPr sz="768"/>
            </a:lvl4pPr>
            <a:lvl5pPr>
              <a:defRPr sz="768"/>
            </a:lvl5pPr>
            <a:lvl6pPr>
              <a:defRPr sz="768"/>
            </a:lvl6pPr>
            <a:lvl7pPr>
              <a:defRPr sz="768"/>
            </a:lvl7pPr>
            <a:lvl8pPr>
              <a:defRPr sz="768"/>
            </a:lvl8pPr>
            <a:lvl9pPr>
              <a:defRPr sz="76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863918"/>
            <a:ext cx="1509406" cy="1600514"/>
          </a:xfrm>
        </p:spPr>
        <p:txBody>
          <a:bodyPr/>
          <a:lstStyle>
            <a:lvl1pPr marL="0" indent="0">
              <a:buNone/>
              <a:defRPr sz="614"/>
            </a:lvl1pPr>
            <a:lvl2pPr marL="175519" indent="0">
              <a:buNone/>
              <a:defRPr sz="537"/>
            </a:lvl2pPr>
            <a:lvl3pPr marL="351038" indent="0">
              <a:buNone/>
              <a:defRPr sz="461"/>
            </a:lvl3pPr>
            <a:lvl4pPr marL="526557" indent="0">
              <a:buNone/>
              <a:defRPr sz="384"/>
            </a:lvl4pPr>
            <a:lvl5pPr marL="702076" indent="0">
              <a:buNone/>
              <a:defRPr sz="384"/>
            </a:lvl5pPr>
            <a:lvl6pPr marL="877595" indent="0">
              <a:buNone/>
              <a:defRPr sz="384"/>
            </a:lvl6pPr>
            <a:lvl7pPr marL="1053114" indent="0">
              <a:buNone/>
              <a:defRPr sz="384"/>
            </a:lvl7pPr>
            <a:lvl8pPr marL="1228634" indent="0">
              <a:buNone/>
              <a:defRPr sz="384"/>
            </a:lvl8pPr>
            <a:lvl9pPr marL="1404153" indent="0">
              <a:buNone/>
              <a:defRPr sz="38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9444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191982"/>
            <a:ext cx="1509406" cy="671936"/>
          </a:xfrm>
        </p:spPr>
        <p:txBody>
          <a:bodyPr anchor="b"/>
          <a:lstStyle>
            <a:lvl1pPr>
              <a:defRPr sz="122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9588" y="414627"/>
            <a:ext cx="2369225" cy="2046471"/>
          </a:xfrm>
        </p:spPr>
        <p:txBody>
          <a:bodyPr anchor="t"/>
          <a:lstStyle>
            <a:lvl1pPr marL="0" indent="0">
              <a:buNone/>
              <a:defRPr sz="1228"/>
            </a:lvl1pPr>
            <a:lvl2pPr marL="175519" indent="0">
              <a:buNone/>
              <a:defRPr sz="1075"/>
            </a:lvl2pPr>
            <a:lvl3pPr marL="351038" indent="0">
              <a:buNone/>
              <a:defRPr sz="921"/>
            </a:lvl3pPr>
            <a:lvl4pPr marL="526557" indent="0">
              <a:buNone/>
              <a:defRPr sz="768"/>
            </a:lvl4pPr>
            <a:lvl5pPr marL="702076" indent="0">
              <a:buNone/>
              <a:defRPr sz="768"/>
            </a:lvl5pPr>
            <a:lvl6pPr marL="877595" indent="0">
              <a:buNone/>
              <a:defRPr sz="768"/>
            </a:lvl6pPr>
            <a:lvl7pPr marL="1053114" indent="0">
              <a:buNone/>
              <a:defRPr sz="768"/>
            </a:lvl7pPr>
            <a:lvl8pPr marL="1228634" indent="0">
              <a:buNone/>
              <a:defRPr sz="768"/>
            </a:lvl8pPr>
            <a:lvl9pPr marL="1404153" indent="0">
              <a:buNone/>
              <a:defRPr sz="76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863918"/>
            <a:ext cx="1509406" cy="1600514"/>
          </a:xfrm>
        </p:spPr>
        <p:txBody>
          <a:bodyPr/>
          <a:lstStyle>
            <a:lvl1pPr marL="0" indent="0">
              <a:buNone/>
              <a:defRPr sz="614"/>
            </a:lvl1pPr>
            <a:lvl2pPr marL="175519" indent="0">
              <a:buNone/>
              <a:defRPr sz="537"/>
            </a:lvl2pPr>
            <a:lvl3pPr marL="351038" indent="0">
              <a:buNone/>
              <a:defRPr sz="461"/>
            </a:lvl3pPr>
            <a:lvl4pPr marL="526557" indent="0">
              <a:buNone/>
              <a:defRPr sz="384"/>
            </a:lvl4pPr>
            <a:lvl5pPr marL="702076" indent="0">
              <a:buNone/>
              <a:defRPr sz="384"/>
            </a:lvl5pPr>
            <a:lvl6pPr marL="877595" indent="0">
              <a:buNone/>
              <a:defRPr sz="384"/>
            </a:lvl6pPr>
            <a:lvl7pPr marL="1053114" indent="0">
              <a:buNone/>
              <a:defRPr sz="384"/>
            </a:lvl7pPr>
            <a:lvl8pPr marL="1228634" indent="0">
              <a:buNone/>
              <a:defRPr sz="384"/>
            </a:lvl8pPr>
            <a:lvl9pPr marL="1404153" indent="0">
              <a:buNone/>
              <a:defRPr sz="38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940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0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49089" y="153319"/>
            <a:ext cx="1009114" cy="244043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1747" y="153319"/>
            <a:ext cx="2968843" cy="244043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EAE2-FC02-458F-97F0-94AA5692BFD8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88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1747" y="153319"/>
            <a:ext cx="4036457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747" y="766593"/>
            <a:ext cx="4036457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1746" y="2669079"/>
            <a:ext cx="105298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DEAE2-FC02-458F-97F0-94AA5692BFD8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0234" y="2669079"/>
            <a:ext cx="1579483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05215" y="2669079"/>
            <a:ext cx="105298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D6FDC-A0D4-4C00-AA38-4482CE2626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8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51038" rtl="0" eaLnBrk="1" latinLnBrk="0" hangingPunct="1">
        <a:lnSpc>
          <a:spcPct val="90000"/>
        </a:lnSpc>
        <a:spcBef>
          <a:spcPct val="0"/>
        </a:spcBef>
        <a:buNone/>
        <a:defRPr sz="16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7760" indent="-87760" algn="l" defTabSz="351038" rtl="0" eaLnBrk="1" latinLnBrk="0" hangingPunct="1">
        <a:lnSpc>
          <a:spcPct val="90000"/>
        </a:lnSpc>
        <a:spcBef>
          <a:spcPts val="384"/>
        </a:spcBef>
        <a:buFont typeface="Arial" panose="020B0604020202020204" pitchFamily="34" charset="0"/>
        <a:buChar char="•"/>
        <a:defRPr sz="1075" kern="1200">
          <a:solidFill>
            <a:schemeClr val="tx1"/>
          </a:solidFill>
          <a:latin typeface="+mn-lt"/>
          <a:ea typeface="+mn-ea"/>
          <a:cs typeface="+mn-cs"/>
        </a:defRPr>
      </a:lvl1pPr>
      <a:lvl2pPr marL="263279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2pPr>
      <a:lvl3pPr marL="438798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3pPr>
      <a:lvl4pPr marL="614317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1" kern="1200">
          <a:solidFill>
            <a:schemeClr val="tx1"/>
          </a:solidFill>
          <a:latin typeface="+mn-lt"/>
          <a:ea typeface="+mn-ea"/>
          <a:cs typeface="+mn-cs"/>
        </a:defRPr>
      </a:lvl4pPr>
      <a:lvl5pPr marL="789836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1" kern="1200">
          <a:solidFill>
            <a:schemeClr val="tx1"/>
          </a:solidFill>
          <a:latin typeface="+mn-lt"/>
          <a:ea typeface="+mn-ea"/>
          <a:cs typeface="+mn-cs"/>
        </a:defRPr>
      </a:lvl5pPr>
      <a:lvl6pPr marL="965355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1" kern="1200">
          <a:solidFill>
            <a:schemeClr val="tx1"/>
          </a:solidFill>
          <a:latin typeface="+mn-lt"/>
          <a:ea typeface="+mn-ea"/>
          <a:cs typeface="+mn-cs"/>
        </a:defRPr>
      </a:lvl6pPr>
      <a:lvl7pPr marL="1140874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1" kern="1200">
          <a:solidFill>
            <a:schemeClr val="tx1"/>
          </a:solidFill>
          <a:latin typeface="+mn-lt"/>
          <a:ea typeface="+mn-ea"/>
          <a:cs typeface="+mn-cs"/>
        </a:defRPr>
      </a:lvl7pPr>
      <a:lvl8pPr marL="1316393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1" kern="1200">
          <a:solidFill>
            <a:schemeClr val="tx1"/>
          </a:solidFill>
          <a:latin typeface="+mn-lt"/>
          <a:ea typeface="+mn-ea"/>
          <a:cs typeface="+mn-cs"/>
        </a:defRPr>
      </a:lvl8pPr>
      <a:lvl9pPr marL="1491912" indent="-87760" algn="l" defTabSz="351038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1pPr>
      <a:lvl2pPr marL="175519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2pPr>
      <a:lvl3pPr marL="351038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3pPr>
      <a:lvl4pPr marL="526557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4pPr>
      <a:lvl5pPr marL="702076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5pPr>
      <a:lvl6pPr marL="877595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6pPr>
      <a:lvl7pPr marL="1053114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7pPr>
      <a:lvl8pPr marL="1228634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8pPr>
      <a:lvl9pPr marL="1404153" algn="l" defTabSz="351038" rtl="0" eaLnBrk="1" latinLnBrk="0" hangingPunct="1">
        <a:defRPr sz="6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234EDC7A-493C-3A55-1CFA-49B10A2E3BBE}"/>
              </a:ext>
            </a:extLst>
          </p:cNvPr>
          <p:cNvCxnSpPr/>
          <p:nvPr/>
        </p:nvCxnSpPr>
        <p:spPr>
          <a:xfrm>
            <a:off x="689735" y="2438647"/>
            <a:ext cx="3408485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00C23343-39D6-6067-1E88-9916BC687636}"/>
              </a:ext>
            </a:extLst>
          </p:cNvPr>
          <p:cNvCxnSpPr/>
          <p:nvPr/>
        </p:nvCxnSpPr>
        <p:spPr>
          <a:xfrm flipV="1">
            <a:off x="880234" y="225917"/>
            <a:ext cx="0" cy="234461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ogen 10">
            <a:extLst>
              <a:ext uri="{FF2B5EF4-FFF2-40B4-BE49-F238E27FC236}">
                <a16:creationId xmlns:a16="http://schemas.microsoft.com/office/drawing/2014/main" id="{3432A32B-118D-386A-6390-105431334ACF}"/>
              </a:ext>
            </a:extLst>
          </p:cNvPr>
          <p:cNvSpPr/>
          <p:nvPr/>
        </p:nvSpPr>
        <p:spPr>
          <a:xfrm flipH="1">
            <a:off x="888902" y="448474"/>
            <a:ext cx="6252948" cy="3963010"/>
          </a:xfrm>
          <a:prstGeom prst="arc">
            <a:avLst>
              <a:gd name="adj1" fmla="val 16174158"/>
              <a:gd name="adj2" fmla="val 10061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C7EEAC87-CF32-A1FE-3AC2-2F66262CFE63}"/>
              </a:ext>
            </a:extLst>
          </p:cNvPr>
          <p:cNvCxnSpPr>
            <a:cxnSpLocks/>
          </p:cNvCxnSpPr>
          <p:nvPr/>
        </p:nvCxnSpPr>
        <p:spPr>
          <a:xfrm>
            <a:off x="1508114" y="1245589"/>
            <a:ext cx="0" cy="1193059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54EC1D0-A638-1A5A-61F5-9CF0DDD95167}"/>
              </a:ext>
            </a:extLst>
          </p:cNvPr>
          <p:cNvCxnSpPr>
            <a:cxnSpLocks/>
          </p:cNvCxnSpPr>
          <p:nvPr/>
        </p:nvCxnSpPr>
        <p:spPr>
          <a:xfrm flipH="1">
            <a:off x="880234" y="1245588"/>
            <a:ext cx="2253720" cy="1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0EBD1190-0530-AD7E-332B-FC09DC68C6EC}"/>
              </a:ext>
            </a:extLst>
          </p:cNvPr>
          <p:cNvCxnSpPr>
            <a:cxnSpLocks/>
          </p:cNvCxnSpPr>
          <p:nvPr/>
        </p:nvCxnSpPr>
        <p:spPr>
          <a:xfrm>
            <a:off x="3133955" y="531259"/>
            <a:ext cx="0" cy="1907389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789F6269-6801-7CD0-E421-5B589EB23689}"/>
              </a:ext>
            </a:extLst>
          </p:cNvPr>
          <p:cNvCxnSpPr>
            <a:cxnSpLocks/>
          </p:cNvCxnSpPr>
          <p:nvPr/>
        </p:nvCxnSpPr>
        <p:spPr>
          <a:xfrm flipH="1">
            <a:off x="880235" y="531253"/>
            <a:ext cx="2253721" cy="0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5B5FA8B3-4268-3998-2CF7-1D4B4AD7793F}"/>
                  </a:ext>
                </a:extLst>
              </p:cNvPr>
              <p:cNvSpPr txBox="1"/>
              <p:nvPr/>
            </p:nvSpPr>
            <p:spPr>
              <a:xfrm>
                <a:off x="94390" y="389502"/>
                <a:ext cx="7945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5B5FA8B3-4268-3998-2CF7-1D4B4AD77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0" y="389502"/>
                <a:ext cx="794513" cy="276999"/>
              </a:xfrm>
              <a:prstGeom prst="rect">
                <a:avLst/>
              </a:prstGeom>
              <a:blipFill>
                <a:blip r:embed="rId2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643CF98D-8D71-BB95-9140-3C04AF19A95E}"/>
                  </a:ext>
                </a:extLst>
              </p:cNvPr>
              <p:cNvSpPr txBox="1"/>
              <p:nvPr/>
            </p:nvSpPr>
            <p:spPr>
              <a:xfrm>
                <a:off x="365746" y="1107086"/>
                <a:ext cx="5231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643CF98D-8D71-BB95-9140-3C04AF19A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46" y="1107086"/>
                <a:ext cx="523157" cy="276999"/>
              </a:xfrm>
              <a:prstGeom prst="rect">
                <a:avLst/>
              </a:prstGeom>
              <a:blipFill>
                <a:blip r:embed="rId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974B210D-48D7-0CAF-2CD7-DAC6F6FBA04A}"/>
                  </a:ext>
                </a:extLst>
              </p:cNvPr>
              <p:cNvSpPr txBox="1"/>
              <p:nvPr/>
            </p:nvSpPr>
            <p:spPr>
              <a:xfrm>
                <a:off x="1355379" y="2477401"/>
                <a:ext cx="3054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974B210D-48D7-0CAF-2CD7-DAC6F6FBA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379" y="2477401"/>
                <a:ext cx="30546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2A8ABA72-3444-02EC-079F-25872EAB1439}"/>
                  </a:ext>
                </a:extLst>
              </p:cNvPr>
              <p:cNvSpPr txBox="1"/>
              <p:nvPr/>
            </p:nvSpPr>
            <p:spPr>
              <a:xfrm>
                <a:off x="2845543" y="2483481"/>
                <a:ext cx="5768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2A8ABA72-3444-02EC-079F-25872EAB1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543" y="2483481"/>
                <a:ext cx="576825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Geschweifte Klammer rechts 25">
            <a:extLst>
              <a:ext uri="{FF2B5EF4-FFF2-40B4-BE49-F238E27FC236}">
                <a16:creationId xmlns:a16="http://schemas.microsoft.com/office/drawing/2014/main" id="{308D494C-FF61-9FF2-7E22-84E8A13D0A75}"/>
              </a:ext>
            </a:extLst>
          </p:cNvPr>
          <p:cNvSpPr/>
          <p:nvPr/>
        </p:nvSpPr>
        <p:spPr>
          <a:xfrm>
            <a:off x="3163565" y="553483"/>
            <a:ext cx="143225" cy="672941"/>
          </a:xfrm>
          <a:prstGeom prst="rightBrace">
            <a:avLst>
              <a:gd name="adj1" fmla="val 92005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EEE1ED86-E1AE-C930-2E33-FCB56F0C9F99}"/>
                  </a:ext>
                </a:extLst>
              </p:cNvPr>
              <p:cNvSpPr txBox="1"/>
              <p:nvPr/>
            </p:nvSpPr>
            <p:spPr>
              <a:xfrm>
                <a:off x="3265520" y="751453"/>
                <a:ext cx="12841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de-DE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EEE1ED86-E1AE-C930-2E33-FCB56F0C9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520" y="751453"/>
                <a:ext cx="1284198" cy="276999"/>
              </a:xfrm>
              <a:prstGeom prst="rect">
                <a:avLst/>
              </a:prstGeom>
              <a:blipFill>
                <a:blip r:embed="rId6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Geschweifte Klammer rechts 27">
            <a:extLst>
              <a:ext uri="{FF2B5EF4-FFF2-40B4-BE49-F238E27FC236}">
                <a16:creationId xmlns:a16="http://schemas.microsoft.com/office/drawing/2014/main" id="{1B107F28-88D6-075D-A76E-7E9E1BF738DB}"/>
              </a:ext>
            </a:extLst>
          </p:cNvPr>
          <p:cNvSpPr/>
          <p:nvPr/>
        </p:nvSpPr>
        <p:spPr>
          <a:xfrm rot="16200000">
            <a:off x="2238226" y="1544932"/>
            <a:ext cx="160560" cy="1586111"/>
          </a:xfrm>
          <a:prstGeom prst="rightBrace">
            <a:avLst>
              <a:gd name="adj1" fmla="val 92005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B7F97388-9825-AE1A-4679-A05ECF01FA7D}"/>
                  </a:ext>
                </a:extLst>
              </p:cNvPr>
              <p:cNvSpPr txBox="1"/>
              <p:nvPr/>
            </p:nvSpPr>
            <p:spPr>
              <a:xfrm>
                <a:off x="2168877" y="1980705"/>
                <a:ext cx="3043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B7F97388-9825-AE1A-4679-A05ECF01F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877" y="1980705"/>
                <a:ext cx="304314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146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</Words>
  <Application>Microsoft Office PowerPoint</Application>
  <PresentationFormat>Benutzerdefiniert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3</cp:revision>
  <dcterms:created xsi:type="dcterms:W3CDTF">2024-09-25T04:51:34Z</dcterms:created>
  <dcterms:modified xsi:type="dcterms:W3CDTF">2024-09-26T12:10:43Z</dcterms:modified>
</cp:coreProperties>
</file>