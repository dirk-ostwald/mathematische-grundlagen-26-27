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360045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396" d="100"/>
          <a:sy n="396" d="100"/>
        </p:scale>
        <p:origin x="25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12312"/>
            <a:ext cx="3060383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323249"/>
            <a:ext cx="2700338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83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473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628092"/>
            <a:ext cx="3105388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685991"/>
            <a:ext cx="3105388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31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670664"/>
            <a:ext cx="153019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670664"/>
            <a:ext cx="153019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39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34133"/>
            <a:ext cx="3105388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617594"/>
            <a:ext cx="1523159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920267"/>
            <a:ext cx="1523159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617594"/>
            <a:ext cx="153066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920267"/>
            <a:ext cx="1530660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66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05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15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362742"/>
            <a:ext cx="1822728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6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67958"/>
            <a:ext cx="1161239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362742"/>
            <a:ext cx="1822728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55809"/>
            <a:ext cx="1161239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85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39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34133"/>
            <a:ext cx="776347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34133"/>
            <a:ext cx="2284035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7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34133"/>
            <a:ext cx="3105388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670664"/>
            <a:ext cx="3105388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01.10.2024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335077"/>
            <a:ext cx="1215152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335077"/>
            <a:ext cx="810101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11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EBD8888C-D689-165A-F71E-FFCB1756617B}"/>
              </a:ext>
            </a:extLst>
          </p:cNvPr>
          <p:cNvSpPr/>
          <p:nvPr/>
        </p:nvSpPr>
        <p:spPr>
          <a:xfrm>
            <a:off x="2463119" y="1756717"/>
            <a:ext cx="726180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81CF6A9-F6FC-87DA-467A-2F40B162EAA2}"/>
              </a:ext>
            </a:extLst>
          </p:cNvPr>
          <p:cNvSpPr/>
          <p:nvPr/>
        </p:nvSpPr>
        <p:spPr>
          <a:xfrm>
            <a:off x="1477484" y="938788"/>
            <a:ext cx="709684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0FF7508-5926-0A44-5FD5-1ADDCDA1EC7B}"/>
              </a:ext>
            </a:extLst>
          </p:cNvPr>
          <p:cNvSpPr/>
          <p:nvPr/>
        </p:nvSpPr>
        <p:spPr>
          <a:xfrm>
            <a:off x="542860" y="109636"/>
            <a:ext cx="688225" cy="73377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CFA671-756B-97E6-38D9-D7F5368DCD08}"/>
                  </a:ext>
                </a:extLst>
              </p:cNvPr>
              <p:cNvSpPr txBox="1"/>
              <p:nvPr/>
            </p:nvSpPr>
            <p:spPr>
              <a:xfrm>
                <a:off x="227219" y="321773"/>
                <a:ext cx="3518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CFA671-756B-97E6-38D9-D7F5368D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19" y="321773"/>
                <a:ext cx="351827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75E9E40-09CD-65CA-C565-CA85A867BB5F}"/>
                  </a:ext>
                </a:extLst>
              </p:cNvPr>
              <p:cNvSpPr txBox="1"/>
              <p:nvPr/>
            </p:nvSpPr>
            <p:spPr>
              <a:xfrm>
                <a:off x="1099278" y="1137375"/>
                <a:ext cx="3316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75E9E40-09CD-65CA-C565-CA85A867B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78" y="1137375"/>
                <a:ext cx="3316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C89ED9-B0F2-17A5-B8BC-505A948F49F2}"/>
                  </a:ext>
                </a:extLst>
              </p:cNvPr>
              <p:cNvSpPr txBox="1"/>
              <p:nvPr/>
            </p:nvSpPr>
            <p:spPr>
              <a:xfrm>
                <a:off x="2065392" y="1961232"/>
                <a:ext cx="3316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 dirty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C89ED9-B0F2-17A5-B8BC-505A948F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392" y="1961232"/>
                <a:ext cx="3316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CEEA877-5B5A-014A-ED84-7FE77112456B}"/>
              </a:ext>
            </a:extLst>
          </p:cNvPr>
          <p:cNvCxnSpPr>
            <a:cxnSpLocks/>
          </p:cNvCxnSpPr>
          <p:nvPr/>
        </p:nvCxnSpPr>
        <p:spPr>
          <a:xfrm>
            <a:off x="988632" y="575021"/>
            <a:ext cx="673597" cy="59117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D92755-5B4A-762A-7C87-610A5BAD6BD1}"/>
                  </a:ext>
                </a:extLst>
              </p:cNvPr>
              <p:cNvSpPr txBox="1"/>
              <p:nvPr/>
            </p:nvSpPr>
            <p:spPr>
              <a:xfrm>
                <a:off x="826852" y="390355"/>
                <a:ext cx="11849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D92755-5B4A-762A-7C87-610A5BAD6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52" y="390355"/>
                <a:ext cx="118494" cy="184666"/>
              </a:xfrm>
              <a:prstGeom prst="rect">
                <a:avLst/>
              </a:prstGeom>
              <a:blipFill>
                <a:blip r:embed="rId5"/>
                <a:stretch>
                  <a:fillRect l="-21053" r="-1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FE653CB-C22A-B1DA-68FF-657F7CA2780D}"/>
                  </a:ext>
                </a:extLst>
              </p:cNvPr>
              <p:cNvSpPr txBox="1"/>
              <p:nvPr/>
            </p:nvSpPr>
            <p:spPr>
              <a:xfrm>
                <a:off x="1679990" y="1217002"/>
                <a:ext cx="33618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FE653CB-C22A-B1DA-68FF-657F7CA27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990" y="1217002"/>
                <a:ext cx="336182" cy="184666"/>
              </a:xfrm>
              <a:prstGeom prst="rect">
                <a:avLst/>
              </a:prstGeom>
              <a:blipFill>
                <a:blip r:embed="rId6"/>
                <a:stretch>
                  <a:fillRect l="-16364" t="-6667" r="-16364" b="-3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BAF70709-778A-DC40-DCD5-E79D9C178EEB}"/>
                  </a:ext>
                </a:extLst>
              </p:cNvPr>
              <p:cNvSpPr txBox="1"/>
              <p:nvPr/>
            </p:nvSpPr>
            <p:spPr>
              <a:xfrm>
                <a:off x="459292" y="855026"/>
                <a:ext cx="111618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BAF70709-778A-DC40-DCD5-E79D9C178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92" y="855026"/>
                <a:ext cx="1116189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59D7809-7CDA-7F39-C047-B65A1628F42C}"/>
              </a:ext>
            </a:extLst>
          </p:cNvPr>
          <p:cNvCxnSpPr>
            <a:cxnSpLocks/>
          </p:cNvCxnSpPr>
          <p:nvPr/>
        </p:nvCxnSpPr>
        <p:spPr>
          <a:xfrm>
            <a:off x="1962550" y="1433367"/>
            <a:ext cx="673597" cy="59117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EB5BFC-D021-B7F6-887D-B53E3909A8F3}"/>
                  </a:ext>
                </a:extLst>
              </p:cNvPr>
              <p:cNvSpPr txBox="1"/>
              <p:nvPr/>
            </p:nvSpPr>
            <p:spPr>
              <a:xfrm>
                <a:off x="1404455" y="1706798"/>
                <a:ext cx="111618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EB5BFC-D021-B7F6-887D-B53E3909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55" y="1706798"/>
                <a:ext cx="111618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7AFC01D-F26F-C653-0C82-DD8D900BCFD7}"/>
                  </a:ext>
                </a:extLst>
              </p:cNvPr>
              <p:cNvSpPr txBox="1"/>
              <p:nvPr/>
            </p:nvSpPr>
            <p:spPr>
              <a:xfrm>
                <a:off x="2576349" y="2035100"/>
                <a:ext cx="561116" cy="208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7AFC01D-F26F-C653-0C82-DD8D900BC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349" y="2035100"/>
                <a:ext cx="561116" cy="208455"/>
              </a:xfrm>
              <a:prstGeom prst="rect">
                <a:avLst/>
              </a:prstGeom>
              <a:blipFill>
                <a:blip r:embed="rId9"/>
                <a:stretch>
                  <a:fillRect l="-7609" b="-264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Bogen 29">
            <a:extLst>
              <a:ext uri="{FF2B5EF4-FFF2-40B4-BE49-F238E27FC236}">
                <a16:creationId xmlns:a16="http://schemas.microsoft.com/office/drawing/2014/main" id="{E9E14337-9DEB-CBFF-D647-0DB78B38E22D}"/>
              </a:ext>
            </a:extLst>
          </p:cNvPr>
          <p:cNvSpPr/>
          <p:nvPr/>
        </p:nvSpPr>
        <p:spPr>
          <a:xfrm>
            <a:off x="-821466" y="486309"/>
            <a:ext cx="3685822" cy="2684391"/>
          </a:xfrm>
          <a:prstGeom prst="arc">
            <a:avLst>
              <a:gd name="adj1" fmla="val 16200000"/>
              <a:gd name="adj2" fmla="val 239328"/>
            </a:avLst>
          </a:prstGeom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269BAE7-F830-A508-E35E-E3B787A6450A}"/>
                  </a:ext>
                </a:extLst>
              </p:cNvPr>
              <p:cNvSpPr txBox="1"/>
              <p:nvPr/>
            </p:nvSpPr>
            <p:spPr>
              <a:xfrm>
                <a:off x="1531601" y="567423"/>
                <a:ext cx="1868311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100" i="1" smtClean="0"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de-DE" sz="11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de-DE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6269BAE7-F830-A508-E35E-E3B787A64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601" y="567423"/>
                <a:ext cx="1868311" cy="261610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31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Benutzerdefiniert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9</cp:revision>
  <dcterms:created xsi:type="dcterms:W3CDTF">2024-09-19T04:48:59Z</dcterms:created>
  <dcterms:modified xsi:type="dcterms:W3CDTF">2024-10-01T10:17:59Z</dcterms:modified>
</cp:coreProperties>
</file>