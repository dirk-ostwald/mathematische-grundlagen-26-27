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5759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92" autoAdjust="0"/>
    <p:restoredTop sz="94660"/>
  </p:normalViewPr>
  <p:slideViewPr>
    <p:cSldViewPr snapToGrid="0">
      <p:cViewPr varScale="1">
        <p:scale>
          <a:sx n="285" d="100"/>
          <a:sy n="285" d="100"/>
        </p:scale>
        <p:origin x="185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31" y="589241"/>
            <a:ext cx="4319588" cy="1253490"/>
          </a:xfrm>
        </p:spPr>
        <p:txBody>
          <a:bodyPr anchor="b"/>
          <a:lstStyle>
            <a:lvl1pPr algn="ctr">
              <a:defRPr sz="283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1891070"/>
            <a:ext cx="4319588" cy="869275"/>
          </a:xfrm>
        </p:spPr>
        <p:txBody>
          <a:bodyPr/>
          <a:lstStyle>
            <a:lvl1pPr marL="0" indent="0" algn="ctr">
              <a:buNone/>
              <a:defRPr sz="1134"/>
            </a:lvl1pPr>
            <a:lvl2pPr marL="215981" indent="0" algn="ctr">
              <a:buNone/>
              <a:defRPr sz="945"/>
            </a:lvl2pPr>
            <a:lvl3pPr marL="431963" indent="0" algn="ctr">
              <a:buNone/>
              <a:defRPr sz="850"/>
            </a:lvl3pPr>
            <a:lvl4pPr marL="647944" indent="0" algn="ctr">
              <a:buNone/>
              <a:defRPr sz="756"/>
            </a:lvl4pPr>
            <a:lvl5pPr marL="863925" indent="0" algn="ctr">
              <a:buNone/>
              <a:defRPr sz="756"/>
            </a:lvl5pPr>
            <a:lvl6pPr marL="1079906" indent="0" algn="ctr">
              <a:buNone/>
              <a:defRPr sz="756"/>
            </a:lvl6pPr>
            <a:lvl7pPr marL="1295888" indent="0" algn="ctr">
              <a:buNone/>
              <a:defRPr sz="756"/>
            </a:lvl7pPr>
            <a:lvl8pPr marL="1511869" indent="0" algn="ctr">
              <a:buNone/>
              <a:defRPr sz="756"/>
            </a:lvl8pPr>
            <a:lvl9pPr marL="1727850" indent="0" algn="ctr">
              <a:buNone/>
              <a:defRPr sz="75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946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22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897613"/>
            <a:ext cx="4967526" cy="1497687"/>
          </a:xfrm>
        </p:spPr>
        <p:txBody>
          <a:bodyPr anchor="b"/>
          <a:lstStyle>
            <a:lvl1pPr>
              <a:defRPr sz="283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2409468"/>
            <a:ext cx="4967526" cy="787598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5981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1963" indent="0">
              <a:buNone/>
              <a:defRPr sz="850">
                <a:solidFill>
                  <a:schemeClr val="tx1">
                    <a:tint val="82000"/>
                  </a:schemeClr>
                </a:solidFill>
              </a:defRPr>
            </a:lvl3pPr>
            <a:lvl4pPr marL="647944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392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7990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588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186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785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302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958453"/>
            <a:ext cx="2447766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958453"/>
            <a:ext cx="2447766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078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191691"/>
            <a:ext cx="4967526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882610"/>
            <a:ext cx="2436517" cy="432554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315164"/>
            <a:ext cx="2436517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882610"/>
            <a:ext cx="2448516" cy="432554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315164"/>
            <a:ext cx="2448516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92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09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80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240030"/>
            <a:ext cx="1857572" cy="840105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518398"/>
            <a:ext cx="2915722" cy="255865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1080135"/>
            <a:ext cx="1857572" cy="2001084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08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240030"/>
            <a:ext cx="1857572" cy="840105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518398"/>
            <a:ext cx="2915722" cy="255865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5981" indent="0">
              <a:buNone/>
              <a:defRPr sz="1323"/>
            </a:lvl2pPr>
            <a:lvl3pPr marL="431963" indent="0">
              <a:buNone/>
              <a:defRPr sz="1134"/>
            </a:lvl3pPr>
            <a:lvl4pPr marL="647944" indent="0">
              <a:buNone/>
              <a:defRPr sz="945"/>
            </a:lvl4pPr>
            <a:lvl5pPr marL="863925" indent="0">
              <a:buNone/>
              <a:defRPr sz="945"/>
            </a:lvl5pPr>
            <a:lvl6pPr marL="1079906" indent="0">
              <a:buNone/>
              <a:defRPr sz="945"/>
            </a:lvl6pPr>
            <a:lvl7pPr marL="1295888" indent="0">
              <a:buNone/>
              <a:defRPr sz="945"/>
            </a:lvl7pPr>
            <a:lvl8pPr marL="1511869" indent="0">
              <a:buNone/>
              <a:defRPr sz="945"/>
            </a:lvl8pPr>
            <a:lvl9pPr marL="1727850" indent="0">
              <a:buNone/>
              <a:defRPr sz="94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1080135"/>
            <a:ext cx="1857572" cy="2001084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99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02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191691"/>
            <a:ext cx="1241881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2" y="191691"/>
            <a:ext cx="3653651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693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191691"/>
            <a:ext cx="4967526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958453"/>
            <a:ext cx="4967526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3337084"/>
            <a:ext cx="129587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5B65E-2BEC-40B0-B0F6-CB1CA0D9DD73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3337084"/>
            <a:ext cx="194381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3337084"/>
            <a:ext cx="129587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3BB80-BC58-42AD-BF98-D6877B0CA1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7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31963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1" indent="-107991" algn="l" defTabSz="431963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5934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971916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7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403878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60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41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1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31963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47944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863925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06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295888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69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5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5F1E499-A050-B36B-A8D5-92CDFBD21EF4}"/>
              </a:ext>
            </a:extLst>
          </p:cNvPr>
          <p:cNvCxnSpPr>
            <a:cxnSpLocks/>
          </p:cNvCxnSpPr>
          <p:nvPr/>
        </p:nvCxnSpPr>
        <p:spPr>
          <a:xfrm>
            <a:off x="1173703" y="2845708"/>
            <a:ext cx="4431748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615F774-36BA-5D54-EA4B-084A380F6BF1}"/>
              </a:ext>
            </a:extLst>
          </p:cNvPr>
          <p:cNvCxnSpPr>
            <a:cxnSpLocks/>
          </p:cNvCxnSpPr>
          <p:nvPr/>
        </p:nvCxnSpPr>
        <p:spPr>
          <a:xfrm flipV="1">
            <a:off x="1174124" y="111835"/>
            <a:ext cx="0" cy="273685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2C4035B-D4E9-9B33-6B75-56FA58273032}"/>
              </a:ext>
            </a:extLst>
          </p:cNvPr>
          <p:cNvCxnSpPr>
            <a:cxnSpLocks/>
          </p:cNvCxnSpPr>
          <p:nvPr/>
        </p:nvCxnSpPr>
        <p:spPr>
          <a:xfrm>
            <a:off x="1284478" y="1826095"/>
            <a:ext cx="53991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6230738-EE84-5241-284B-A2BAD7F03543}"/>
              </a:ext>
            </a:extLst>
          </p:cNvPr>
          <p:cNvCxnSpPr>
            <a:cxnSpLocks/>
          </p:cNvCxnSpPr>
          <p:nvPr/>
        </p:nvCxnSpPr>
        <p:spPr>
          <a:xfrm>
            <a:off x="4833425" y="881016"/>
            <a:ext cx="54106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86563802-4A36-0C32-6FD2-3BEFBA142251}"/>
              </a:ext>
            </a:extLst>
          </p:cNvPr>
          <p:cNvCxnSpPr>
            <a:cxnSpLocks/>
          </p:cNvCxnSpPr>
          <p:nvPr/>
        </p:nvCxnSpPr>
        <p:spPr>
          <a:xfrm>
            <a:off x="1284473" y="1826100"/>
            <a:ext cx="0" cy="1019613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E11CC4B-49B0-816B-46A0-526D06E3A793}"/>
              </a:ext>
            </a:extLst>
          </p:cNvPr>
          <p:cNvCxnSpPr>
            <a:cxnSpLocks/>
          </p:cNvCxnSpPr>
          <p:nvPr/>
        </p:nvCxnSpPr>
        <p:spPr>
          <a:xfrm>
            <a:off x="5367370" y="875878"/>
            <a:ext cx="0" cy="196983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9CDDC36-FB9D-70E2-2546-E431D4D98656}"/>
              </a:ext>
            </a:extLst>
          </p:cNvPr>
          <p:cNvCxnSpPr>
            <a:cxnSpLocks/>
          </p:cNvCxnSpPr>
          <p:nvPr/>
        </p:nvCxnSpPr>
        <p:spPr>
          <a:xfrm>
            <a:off x="3062775" y="2311938"/>
            <a:ext cx="0" cy="533774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B11B81C-5AEC-9004-2736-AF4F415D43C3}"/>
              </a:ext>
            </a:extLst>
          </p:cNvPr>
          <p:cNvCxnSpPr>
            <a:cxnSpLocks/>
          </p:cNvCxnSpPr>
          <p:nvPr/>
        </p:nvCxnSpPr>
        <p:spPr>
          <a:xfrm>
            <a:off x="2311052" y="1409548"/>
            <a:ext cx="0" cy="1432059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03A1D34-DFFD-66A3-FCD5-81887932B396}"/>
              </a:ext>
            </a:extLst>
          </p:cNvPr>
          <p:cNvCxnSpPr>
            <a:cxnSpLocks/>
          </p:cNvCxnSpPr>
          <p:nvPr/>
        </p:nvCxnSpPr>
        <p:spPr>
          <a:xfrm>
            <a:off x="3842491" y="590876"/>
            <a:ext cx="0" cy="225117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8A5C9B4-5DAC-D41B-2141-CB242130F9CD}"/>
              </a:ext>
            </a:extLst>
          </p:cNvPr>
          <p:cNvCxnSpPr>
            <a:cxnSpLocks/>
          </p:cNvCxnSpPr>
          <p:nvPr/>
        </p:nvCxnSpPr>
        <p:spPr>
          <a:xfrm>
            <a:off x="4401831" y="1290805"/>
            <a:ext cx="0" cy="155124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878DF4D-CBAC-A1B8-B4BA-3FA77A64FB93}"/>
              </a:ext>
            </a:extLst>
          </p:cNvPr>
          <p:cNvCxnSpPr>
            <a:cxnSpLocks/>
          </p:cNvCxnSpPr>
          <p:nvPr/>
        </p:nvCxnSpPr>
        <p:spPr>
          <a:xfrm flipH="1">
            <a:off x="1167005" y="593401"/>
            <a:ext cx="2671367" cy="3556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4423F3D0-72A7-A943-7365-B855A5726728}"/>
              </a:ext>
            </a:extLst>
          </p:cNvPr>
          <p:cNvCxnSpPr>
            <a:cxnSpLocks/>
          </p:cNvCxnSpPr>
          <p:nvPr/>
        </p:nvCxnSpPr>
        <p:spPr>
          <a:xfrm flipH="1">
            <a:off x="1197994" y="1285068"/>
            <a:ext cx="3203321" cy="2321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F72E8F3-E98D-039F-B4F9-6F2826B77BAA}"/>
              </a:ext>
            </a:extLst>
          </p:cNvPr>
          <p:cNvCxnSpPr>
            <a:cxnSpLocks/>
          </p:cNvCxnSpPr>
          <p:nvPr/>
        </p:nvCxnSpPr>
        <p:spPr>
          <a:xfrm flipH="1" flipV="1">
            <a:off x="1174124" y="1412621"/>
            <a:ext cx="1139447" cy="2785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49D51BC-3B97-4EE3-03D9-D1D1ACF398C4}"/>
              </a:ext>
            </a:extLst>
          </p:cNvPr>
          <p:cNvCxnSpPr>
            <a:cxnSpLocks/>
          </p:cNvCxnSpPr>
          <p:nvPr/>
        </p:nvCxnSpPr>
        <p:spPr>
          <a:xfrm flipH="1">
            <a:off x="1178249" y="2305760"/>
            <a:ext cx="1882016" cy="307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50CC5ECE-36C2-3405-EAB8-F026E3E40E47}"/>
              </a:ext>
            </a:extLst>
          </p:cNvPr>
          <p:cNvSpPr txBox="1"/>
          <p:nvPr/>
        </p:nvSpPr>
        <p:spPr>
          <a:xfrm>
            <a:off x="2598551" y="2340311"/>
            <a:ext cx="934228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Globales Minimum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8E411A2-8551-AC99-72DA-AFF979B4E8D2}"/>
              </a:ext>
            </a:extLst>
          </p:cNvPr>
          <p:cNvSpPr txBox="1"/>
          <p:nvPr/>
        </p:nvSpPr>
        <p:spPr>
          <a:xfrm>
            <a:off x="3403485" y="349312"/>
            <a:ext cx="951600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Globales Maximum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42C1C68B-327A-6117-A741-12CE8E9CB25D}"/>
              </a:ext>
            </a:extLst>
          </p:cNvPr>
          <p:cNvSpPr txBox="1"/>
          <p:nvPr/>
        </p:nvSpPr>
        <p:spPr>
          <a:xfrm>
            <a:off x="1837309" y="1023332"/>
            <a:ext cx="916855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Lokales Maximum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72DCA6C-446B-C57C-B7ED-19AEC6443E48}"/>
              </a:ext>
            </a:extLst>
          </p:cNvPr>
          <p:cNvSpPr txBox="1"/>
          <p:nvPr/>
        </p:nvSpPr>
        <p:spPr>
          <a:xfrm>
            <a:off x="3959804" y="1368899"/>
            <a:ext cx="899482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Lokales Minimum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E5BB56DB-9DBC-B188-838F-F2BBEA50134E}"/>
                  </a:ext>
                </a:extLst>
              </p:cNvPr>
              <p:cNvSpPr txBox="1"/>
              <p:nvPr/>
            </p:nvSpPr>
            <p:spPr>
              <a:xfrm>
                <a:off x="1732326" y="2870138"/>
                <a:ext cx="1124899" cy="209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7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de-DE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7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sz="7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/>
              </a:p>
            </p:txBody>
          </p:sp>
        </mc:Choice>
        <mc:Fallback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E5BB56DB-9DBC-B188-838F-F2BBEA50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326" y="2870138"/>
                <a:ext cx="1124899" cy="2098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2052A73B-3033-EABA-E496-671A3E258C36}"/>
                  </a:ext>
                </a:extLst>
              </p:cNvPr>
              <p:cNvSpPr txBox="1"/>
              <p:nvPr/>
            </p:nvSpPr>
            <p:spPr>
              <a:xfrm>
                <a:off x="3311402" y="2875044"/>
                <a:ext cx="1053940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7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/>
              </a:p>
            </p:txBody>
          </p:sp>
        </mc:Choice>
        <mc:Fallback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2052A73B-3033-EABA-E496-671A3E258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402" y="2875044"/>
                <a:ext cx="1053940" cy="200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F6243687-1156-86A6-3DE5-60BA6359AA3E}"/>
                  </a:ext>
                </a:extLst>
              </p:cNvPr>
              <p:cNvSpPr txBox="1"/>
              <p:nvPr/>
            </p:nvSpPr>
            <p:spPr>
              <a:xfrm>
                <a:off x="2558273" y="2875044"/>
                <a:ext cx="100398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70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sub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/>
              </a:p>
            </p:txBody>
          </p:sp>
        </mc:Choice>
        <mc:Fallback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F6243687-1156-86A6-3DE5-60BA6359A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273" y="2875044"/>
                <a:ext cx="1003983" cy="2000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02E8E0E-59D5-7557-4350-F8427E8B3F6B}"/>
                  </a:ext>
                </a:extLst>
              </p:cNvPr>
              <p:cNvSpPr txBox="1"/>
              <p:nvPr/>
            </p:nvSpPr>
            <p:spPr>
              <a:xfrm>
                <a:off x="4054028" y="2870010"/>
                <a:ext cx="1124899" cy="210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sz="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70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sub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de-DE" sz="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7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sz="7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/>
              </a:p>
            </p:txBody>
          </p:sp>
        </mc:Choice>
        <mc:Fallback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02E8E0E-59D5-7557-4350-F8427E8B3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028" y="2870010"/>
                <a:ext cx="1124899" cy="2101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64191690-9AC4-8448-38EE-3C24E0A8E088}"/>
                  </a:ext>
                </a:extLst>
              </p:cNvPr>
              <p:cNvSpPr txBox="1"/>
              <p:nvPr/>
            </p:nvSpPr>
            <p:spPr>
              <a:xfrm>
                <a:off x="107190" y="502814"/>
                <a:ext cx="845761" cy="233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i="1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</m:ctrlPr>
                        </m:dPr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𝑐</m:t>
                          </m:r>
                        </m:e>
                      </m:d>
                      <m:r>
                        <a:rPr lang="de-DE" sz="700" i="1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=</m:t>
                      </m:r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sz="700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∈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64191690-9AC4-8448-38EE-3C24E0A8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0" y="502814"/>
                <a:ext cx="845761" cy="2333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136E56F-232F-B7DC-C08C-8B80683B9B41}"/>
                  </a:ext>
                </a:extLst>
              </p:cNvPr>
              <p:cNvSpPr txBox="1"/>
              <p:nvPr/>
            </p:nvSpPr>
            <p:spPr>
              <a:xfrm>
                <a:off x="107190" y="1177768"/>
                <a:ext cx="1080272" cy="210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i="1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</m:ctrlPr>
                        </m:dPr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𝑑</m:t>
                          </m:r>
                        </m:e>
                      </m:d>
                      <m:r>
                        <a:rPr lang="de-DE" sz="700" i="1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=</m:t>
                      </m:r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700" i="0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mi</m:t>
                          </m:r>
                          <m:sSub>
                            <m:sSubPr>
                              <m:ctrlPr>
                                <a:rPr lang="de-DE" sz="700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700" i="0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de-DE" sz="700" i="1">
                                      <a:latin typeface="Cambria Math" panose="02040503050406030204" pitchFamily="18" charset="0"/>
                                      <a:ea typeface="CMU Bright" panose="02000603000000000000" pitchFamily="2" charset="0"/>
                                      <a:cs typeface="CMU Bright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700" i="1">
                                      <a:latin typeface="Cambria Math" panose="02040503050406030204" pitchFamily="18" charset="0"/>
                                      <a:ea typeface="CMU Bright" panose="02000603000000000000" pitchFamily="2" charset="0"/>
                                      <a:cs typeface="CMU Bright" panose="02000603000000000000" pitchFamily="2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sz="700" i="1">
                                      <a:latin typeface="Cambria Math" panose="02040503050406030204" pitchFamily="18" charset="0"/>
                                      <a:ea typeface="CMU Bright" panose="02000603000000000000" pitchFamily="2" charset="0"/>
                                      <a:cs typeface="CMU Bright" panose="02000603000000000000" pitchFamily="2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∩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𝑈</m:t>
                              </m:r>
                            </m:sub>
                          </m:sSub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136E56F-232F-B7DC-C08C-8B80683B9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0" y="1177768"/>
                <a:ext cx="1080272" cy="2101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2FEFC18-0246-2E61-99B2-8D65ABE785C4}"/>
                  </a:ext>
                </a:extLst>
              </p:cNvPr>
              <p:cNvSpPr txBox="1"/>
              <p:nvPr/>
            </p:nvSpPr>
            <p:spPr>
              <a:xfrm>
                <a:off x="107190" y="1325823"/>
                <a:ext cx="1080273" cy="213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i="1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</m:ctrlPr>
                        </m:dPr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𝑎</m:t>
                          </m:r>
                        </m:e>
                      </m:d>
                      <m:r>
                        <a:rPr lang="de-DE" sz="700" i="1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=</m:t>
                      </m:r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700" b="0" i="0" smtClean="0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de-DE" sz="700" i="1">
                                      <a:latin typeface="Cambria Math" panose="02040503050406030204" pitchFamily="18" charset="0"/>
                                      <a:ea typeface="CMU Bright" panose="02000603000000000000" pitchFamily="2" charset="0"/>
                                      <a:cs typeface="CMU Bright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700" i="1">
                                      <a:latin typeface="Cambria Math" panose="02040503050406030204" pitchFamily="18" charset="0"/>
                                      <a:ea typeface="CMU Bright" panose="02000603000000000000" pitchFamily="2" charset="0"/>
                                      <a:cs typeface="CMU Bright" panose="02000603000000000000" pitchFamily="2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de-DE" sz="700" b="0" i="1" smtClean="0">
                                      <a:latin typeface="Cambria Math" panose="02040503050406030204" pitchFamily="18" charset="0"/>
                                      <a:ea typeface="CMU Bright" panose="02000603000000000000" pitchFamily="2" charset="0"/>
                                      <a:cs typeface="CMU Bright" panose="02000603000000000000" pitchFamily="2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∩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𝑈</m:t>
                              </m:r>
                            </m:sub>
                          </m:sSub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2FEFC18-0246-2E61-99B2-8D65ABE78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0" y="1325823"/>
                <a:ext cx="1080273" cy="213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D170117-9B37-E06C-4EF4-DA1793D564B1}"/>
                  </a:ext>
                </a:extLst>
              </p:cNvPr>
              <p:cNvSpPr txBox="1"/>
              <p:nvPr/>
            </p:nvSpPr>
            <p:spPr>
              <a:xfrm>
                <a:off x="107190" y="2189061"/>
                <a:ext cx="820933" cy="233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i="1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𝑓</m:t>
                      </m:r>
                      <m:r>
                        <a:rPr lang="de-DE" sz="700" b="0" i="1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(</m:t>
                      </m:r>
                      <m:r>
                        <a:rPr lang="de-DE" sz="700" b="0" i="1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𝑏</m:t>
                      </m:r>
                      <m:r>
                        <a:rPr lang="de-DE" sz="700" b="0" i="1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)=</m:t>
                      </m:r>
                      <m:func>
                        <m:funcPr>
                          <m:ctrlP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e-DE" sz="700" b="0" i="0" smtClean="0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𝑥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∈</m:t>
                              </m:r>
                              <m:r>
                                <a:rPr lang="de-DE" sz="700" i="1">
                                  <a:latin typeface="Cambria Math" panose="02040503050406030204" pitchFamily="18" charset="0"/>
                                  <a:ea typeface="CMU Bright" panose="02000603000000000000" pitchFamily="2" charset="0"/>
                                  <a:cs typeface="CMU Bright" panose="02000603000000000000" pitchFamily="2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𝑓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(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𝑥</m:t>
                          </m:r>
                          <m:r>
                            <a:rPr lang="de-DE" sz="700" i="1">
                              <a:latin typeface="Cambria Math" panose="02040503050406030204" pitchFamily="18" charset="0"/>
                              <a:ea typeface="CMU Bright" panose="02000603000000000000" pitchFamily="2" charset="0"/>
                              <a:cs typeface="CMU Bright" panose="02000603000000000000" pitchFamily="2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de-DE" sz="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D170117-9B37-E06C-4EF4-DA1793D56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0" y="2189061"/>
                <a:ext cx="820933" cy="2333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C689C36-8BD5-E8BB-09D9-2B4E7A1CEF29}"/>
              </a:ext>
            </a:extLst>
          </p:cNvPr>
          <p:cNvCxnSpPr>
            <a:cxnSpLocks/>
          </p:cNvCxnSpPr>
          <p:nvPr/>
        </p:nvCxnSpPr>
        <p:spPr>
          <a:xfrm>
            <a:off x="2312952" y="2801915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C1B610A7-57D9-BFDD-7F3F-4F57B29DD243}"/>
              </a:ext>
            </a:extLst>
          </p:cNvPr>
          <p:cNvSpPr/>
          <p:nvPr/>
        </p:nvSpPr>
        <p:spPr>
          <a:xfrm>
            <a:off x="1817267" y="590872"/>
            <a:ext cx="3016158" cy="1719162"/>
          </a:xfrm>
          <a:custGeom>
            <a:avLst/>
            <a:gdLst>
              <a:gd name="connsiteX0" fmla="*/ 0 w 1126386"/>
              <a:gd name="connsiteY0" fmla="*/ 1090704 h 1515182"/>
              <a:gd name="connsiteX1" fmla="*/ 215462 w 1126386"/>
              <a:gd name="connsiteY1" fmla="*/ 738608 h 1515182"/>
              <a:gd name="connsiteX2" fmla="*/ 480848 w 1126386"/>
              <a:gd name="connsiteY2" fmla="*/ 1503235 h 1515182"/>
              <a:gd name="connsiteX3" fmla="*/ 733097 w 1126386"/>
              <a:gd name="connsiteY3" fmla="*/ 21277 h 1515182"/>
              <a:gd name="connsiteX4" fmla="*/ 956441 w 1126386"/>
              <a:gd name="connsiteY4" fmla="*/ 604601 h 1515182"/>
              <a:gd name="connsiteX5" fmla="*/ 1111469 w 1126386"/>
              <a:gd name="connsiteY5" fmla="*/ 289291 h 1515182"/>
              <a:gd name="connsiteX6" fmla="*/ 1111469 w 1126386"/>
              <a:gd name="connsiteY6" fmla="*/ 286663 h 151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6386" h="1515182">
                <a:moveTo>
                  <a:pt x="0" y="1090704"/>
                </a:moveTo>
                <a:cubicBezTo>
                  <a:pt x="67660" y="880278"/>
                  <a:pt x="135321" y="669853"/>
                  <a:pt x="215462" y="738608"/>
                </a:cubicBezTo>
                <a:cubicBezTo>
                  <a:pt x="295603" y="807363"/>
                  <a:pt x="394576" y="1622790"/>
                  <a:pt x="480848" y="1503235"/>
                </a:cubicBezTo>
                <a:cubicBezTo>
                  <a:pt x="567120" y="1383680"/>
                  <a:pt x="653832" y="171049"/>
                  <a:pt x="733097" y="21277"/>
                </a:cubicBezTo>
                <a:cubicBezTo>
                  <a:pt x="812362" y="-128495"/>
                  <a:pt x="893379" y="559932"/>
                  <a:pt x="956441" y="604601"/>
                </a:cubicBezTo>
                <a:cubicBezTo>
                  <a:pt x="1019503" y="649270"/>
                  <a:pt x="1085631" y="342281"/>
                  <a:pt x="1111469" y="289291"/>
                </a:cubicBezTo>
                <a:cubicBezTo>
                  <a:pt x="1137307" y="236301"/>
                  <a:pt x="1124388" y="261482"/>
                  <a:pt x="1111469" y="286663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6322C66-C45D-6142-37FF-093048A62AE1}"/>
              </a:ext>
            </a:extLst>
          </p:cNvPr>
          <p:cNvCxnSpPr>
            <a:cxnSpLocks/>
          </p:cNvCxnSpPr>
          <p:nvPr/>
        </p:nvCxnSpPr>
        <p:spPr>
          <a:xfrm>
            <a:off x="3060265" y="2801915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EB86967-AA6D-4A25-6092-00BD03AB5F7D}"/>
              </a:ext>
            </a:extLst>
          </p:cNvPr>
          <p:cNvCxnSpPr>
            <a:cxnSpLocks/>
          </p:cNvCxnSpPr>
          <p:nvPr/>
        </p:nvCxnSpPr>
        <p:spPr>
          <a:xfrm>
            <a:off x="3844082" y="2801915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7270B00B-CF87-8CF1-4B10-F2CECD56BEF2}"/>
              </a:ext>
            </a:extLst>
          </p:cNvPr>
          <p:cNvCxnSpPr>
            <a:cxnSpLocks/>
          </p:cNvCxnSpPr>
          <p:nvPr/>
        </p:nvCxnSpPr>
        <p:spPr>
          <a:xfrm>
            <a:off x="4404664" y="2801915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BB4787C-5416-639A-EF82-836EBF0D6602}"/>
              </a:ext>
            </a:extLst>
          </p:cNvPr>
          <p:cNvCxnSpPr>
            <a:cxnSpLocks/>
          </p:cNvCxnSpPr>
          <p:nvPr/>
        </p:nvCxnSpPr>
        <p:spPr>
          <a:xfrm rot="5400000">
            <a:off x="1176639" y="562804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EF012679-3E4A-CAD4-9DBE-8A36313EAC62}"/>
              </a:ext>
            </a:extLst>
          </p:cNvPr>
          <p:cNvCxnSpPr>
            <a:cxnSpLocks/>
          </p:cNvCxnSpPr>
          <p:nvPr/>
        </p:nvCxnSpPr>
        <p:spPr>
          <a:xfrm rot="5400000">
            <a:off x="1176639" y="1254458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BA1A192-7E05-F078-18A4-3FD277D418D9}"/>
              </a:ext>
            </a:extLst>
          </p:cNvPr>
          <p:cNvCxnSpPr>
            <a:cxnSpLocks/>
          </p:cNvCxnSpPr>
          <p:nvPr/>
        </p:nvCxnSpPr>
        <p:spPr>
          <a:xfrm rot="5400000">
            <a:off x="1176639" y="1376717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66A0BF84-A81A-900C-22FD-5BE9DFF1E082}"/>
              </a:ext>
            </a:extLst>
          </p:cNvPr>
          <p:cNvCxnSpPr>
            <a:cxnSpLocks/>
          </p:cNvCxnSpPr>
          <p:nvPr/>
        </p:nvCxnSpPr>
        <p:spPr>
          <a:xfrm rot="5400000">
            <a:off x="1176639" y="2262648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2A20E258-58BB-6027-A398-E92449EB9011}"/>
                  </a:ext>
                </a:extLst>
              </p:cNvPr>
              <p:cNvSpPr txBox="1"/>
              <p:nvPr/>
            </p:nvSpPr>
            <p:spPr>
              <a:xfrm>
                <a:off x="2175126" y="2580555"/>
                <a:ext cx="275653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9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de-DE" sz="900" dirty="0"/>
              </a:p>
            </p:txBody>
          </p:sp>
        </mc:Choice>
        <mc:Fallback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2A20E258-58BB-6027-A398-E92449EB9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126" y="2580555"/>
                <a:ext cx="275653" cy="2308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547B3AE-B6DD-BEC7-49E3-55524B3E7170}"/>
              </a:ext>
            </a:extLst>
          </p:cNvPr>
          <p:cNvCxnSpPr>
            <a:cxnSpLocks/>
          </p:cNvCxnSpPr>
          <p:nvPr/>
        </p:nvCxnSpPr>
        <p:spPr>
          <a:xfrm rot="5400000">
            <a:off x="1174133" y="1380066"/>
            <a:ext cx="0" cy="76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2C8B5B70-6428-8DA3-CE93-CF46AE9A0189}"/>
                  </a:ext>
                </a:extLst>
              </p:cNvPr>
              <p:cNvSpPr txBox="1"/>
              <p:nvPr/>
            </p:nvSpPr>
            <p:spPr>
              <a:xfrm>
                <a:off x="2927615" y="2577621"/>
                <a:ext cx="275653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9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de-DE" sz="900" dirty="0"/>
              </a:p>
            </p:txBody>
          </p:sp>
        </mc:Choice>
        <mc:Fallback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2C8B5B70-6428-8DA3-CE93-CF46AE9A0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615" y="2577621"/>
                <a:ext cx="275653" cy="2308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6C80A7FD-25D0-35A2-AB9A-B5F1F1E030DE}"/>
                  </a:ext>
                </a:extLst>
              </p:cNvPr>
              <p:cNvSpPr txBox="1"/>
              <p:nvPr/>
            </p:nvSpPr>
            <p:spPr>
              <a:xfrm>
                <a:off x="3706256" y="2580555"/>
                <a:ext cx="275653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9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de-DE" sz="900" dirty="0"/>
              </a:p>
            </p:txBody>
          </p:sp>
        </mc:Choice>
        <mc:Fallback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6C80A7FD-25D0-35A2-AB9A-B5F1F1E03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256" y="2580555"/>
                <a:ext cx="275653" cy="2308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C0059FA-FA5C-353A-5733-5ED9F2F09ADD}"/>
                  </a:ext>
                </a:extLst>
              </p:cNvPr>
              <p:cNvSpPr txBox="1"/>
              <p:nvPr/>
            </p:nvSpPr>
            <p:spPr>
              <a:xfrm>
                <a:off x="4264818" y="2580555"/>
                <a:ext cx="279692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9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de-DE" sz="900" dirty="0"/>
              </a:p>
            </p:txBody>
          </p:sp>
        </mc:Choice>
        <mc:Fallback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C0059FA-FA5C-353A-5733-5ED9F2F09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818" y="2580555"/>
                <a:ext cx="279692" cy="2308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Geschweifte Klammer rechts 42">
            <a:extLst>
              <a:ext uri="{FF2B5EF4-FFF2-40B4-BE49-F238E27FC236}">
                <a16:creationId xmlns:a16="http://schemas.microsoft.com/office/drawing/2014/main" id="{042482F7-0E1A-B851-3DAB-E83DC7B211C5}"/>
              </a:ext>
            </a:extLst>
          </p:cNvPr>
          <p:cNvSpPr/>
          <p:nvPr/>
        </p:nvSpPr>
        <p:spPr>
          <a:xfrm rot="5400000">
            <a:off x="2244140" y="2673853"/>
            <a:ext cx="76019" cy="869586"/>
          </a:xfrm>
          <a:prstGeom prst="rightBrace">
            <a:avLst>
              <a:gd name="adj1" fmla="val 72268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3809A3CD-AD77-88AE-3137-C072E6762BD5}"/>
                  </a:ext>
                </a:extLst>
              </p:cNvPr>
              <p:cNvSpPr txBox="1"/>
              <p:nvPr/>
            </p:nvSpPr>
            <p:spPr>
              <a:xfrm>
                <a:off x="2221972" y="3158563"/>
                <a:ext cx="10579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de-DE" sz="800" dirty="0"/>
              </a:p>
            </p:txBody>
          </p:sp>
        </mc:Choice>
        <mc:Fallback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3809A3CD-AD77-88AE-3137-C072E6762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972" y="3158563"/>
                <a:ext cx="105798" cy="123111"/>
              </a:xfrm>
              <a:prstGeom prst="rect">
                <a:avLst/>
              </a:prstGeom>
              <a:blipFill>
                <a:blip r:embed="rId14"/>
                <a:stretch>
                  <a:fillRect l="-22222" r="-11111"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Geschweifte Klammer rechts 45">
            <a:extLst>
              <a:ext uri="{FF2B5EF4-FFF2-40B4-BE49-F238E27FC236}">
                <a16:creationId xmlns:a16="http://schemas.microsoft.com/office/drawing/2014/main" id="{6F08B316-467D-1594-BB94-5C7C387D12CF}"/>
              </a:ext>
            </a:extLst>
          </p:cNvPr>
          <p:cNvSpPr/>
          <p:nvPr/>
        </p:nvSpPr>
        <p:spPr>
          <a:xfrm rot="5400000">
            <a:off x="4506500" y="2673853"/>
            <a:ext cx="76019" cy="869586"/>
          </a:xfrm>
          <a:prstGeom prst="rightBrace">
            <a:avLst>
              <a:gd name="adj1" fmla="val 72268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1BC760B9-AEE3-1BAE-5904-F9A08AB36007}"/>
                  </a:ext>
                </a:extLst>
              </p:cNvPr>
              <p:cNvSpPr txBox="1"/>
              <p:nvPr/>
            </p:nvSpPr>
            <p:spPr>
              <a:xfrm>
                <a:off x="4484332" y="3158563"/>
                <a:ext cx="10797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de-DE" sz="800" dirty="0"/>
              </a:p>
            </p:txBody>
          </p:sp>
        </mc:Choice>
        <mc:Fallback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1BC760B9-AEE3-1BAE-5904-F9A08AB36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332" y="3158563"/>
                <a:ext cx="107978" cy="123111"/>
              </a:xfrm>
              <a:prstGeom prst="rect">
                <a:avLst/>
              </a:prstGeom>
              <a:blipFill>
                <a:blip r:embed="rId15"/>
                <a:stretch>
                  <a:fillRect l="-23529" r="-17647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Geschweifte Klammer rechts 54">
            <a:extLst>
              <a:ext uri="{FF2B5EF4-FFF2-40B4-BE49-F238E27FC236}">
                <a16:creationId xmlns:a16="http://schemas.microsoft.com/office/drawing/2014/main" id="{3684436F-ABBE-1AC9-F4C6-E7ED31FFD035}"/>
              </a:ext>
            </a:extLst>
          </p:cNvPr>
          <p:cNvSpPr/>
          <p:nvPr/>
        </p:nvSpPr>
        <p:spPr>
          <a:xfrm rot="5400000">
            <a:off x="3271709" y="1298583"/>
            <a:ext cx="108424" cy="4082899"/>
          </a:xfrm>
          <a:prstGeom prst="rightBrace">
            <a:avLst>
              <a:gd name="adj1" fmla="val 72268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9FAAF985-D414-FE82-9BD1-B84E33C7CB11}"/>
                  </a:ext>
                </a:extLst>
              </p:cNvPr>
              <p:cNvSpPr txBox="1"/>
              <p:nvPr/>
            </p:nvSpPr>
            <p:spPr>
              <a:xfrm>
                <a:off x="3278666" y="3414326"/>
                <a:ext cx="93359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de-DE" sz="800" dirty="0"/>
              </a:p>
            </p:txBody>
          </p:sp>
        </mc:Choice>
        <mc:Fallback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9FAAF985-D414-FE82-9BD1-B84E33C7C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666" y="3414326"/>
                <a:ext cx="93359" cy="123111"/>
              </a:xfrm>
              <a:prstGeom prst="rect">
                <a:avLst/>
              </a:prstGeom>
              <a:blipFill>
                <a:blip r:embed="rId16"/>
                <a:stretch>
                  <a:fillRect l="-26667" r="-33333" b="-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E0AB26F1-164D-4250-F27A-F8E2F393A313}"/>
                  </a:ext>
                </a:extLst>
              </p:cNvPr>
              <p:cNvSpPr txBox="1"/>
              <p:nvPr/>
            </p:nvSpPr>
            <p:spPr>
              <a:xfrm>
                <a:off x="4930819" y="644842"/>
                <a:ext cx="33618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200" dirty="0"/>
              </a:p>
            </p:txBody>
          </p:sp>
        </mc:Choice>
        <mc:Fallback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E0AB26F1-164D-4250-F27A-F8E2F393A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819" y="644842"/>
                <a:ext cx="336182" cy="184666"/>
              </a:xfrm>
              <a:prstGeom prst="rect">
                <a:avLst/>
              </a:prstGeom>
              <a:blipFill>
                <a:blip r:embed="rId17"/>
                <a:stretch>
                  <a:fillRect l="-16364" t="-6667" r="-16364" b="-3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46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</Words>
  <Application>Microsoft Office PowerPoint</Application>
  <PresentationFormat>Benutzerdefiniert</PresentationFormat>
  <Paragraphs>20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5</cp:revision>
  <dcterms:created xsi:type="dcterms:W3CDTF">2024-10-01T05:56:24Z</dcterms:created>
  <dcterms:modified xsi:type="dcterms:W3CDTF">2024-10-02T05:57:36Z</dcterms:modified>
</cp:coreProperties>
</file>