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</p:sldIdLst>
  <p:sldSz cx="3600450" cy="2879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92" autoAdjust="0"/>
    <p:restoredTop sz="94660"/>
  </p:normalViewPr>
  <p:slideViewPr>
    <p:cSldViewPr snapToGrid="0">
      <p:cViewPr varScale="1">
        <p:scale>
          <a:sx n="363" d="100"/>
          <a:sy n="363" d="100"/>
        </p:scale>
        <p:origin x="2904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471289"/>
            <a:ext cx="3060383" cy="1002571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512522"/>
            <a:ext cx="2700338" cy="695267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4399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8644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717932"/>
            <a:ext cx="3105388" cy="1197885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1927150"/>
            <a:ext cx="3105388" cy="629940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82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0884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766593"/>
            <a:ext cx="1530191" cy="182715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766593"/>
            <a:ext cx="1530191" cy="182715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5916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53319"/>
            <a:ext cx="3105388" cy="55661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705933"/>
            <a:ext cx="1523159" cy="345967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051899"/>
            <a:ext cx="1523159" cy="154718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705933"/>
            <a:ext cx="1530660" cy="345967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051899"/>
            <a:ext cx="1530660" cy="154718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6095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387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4170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982"/>
            <a:ext cx="1161239" cy="671936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414628"/>
            <a:ext cx="1822728" cy="2046471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863918"/>
            <a:ext cx="1161239" cy="160051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7867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982"/>
            <a:ext cx="1161239" cy="671936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414628"/>
            <a:ext cx="1822728" cy="2046471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863918"/>
            <a:ext cx="1161239" cy="160051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3994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4422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53319"/>
            <a:ext cx="776347" cy="244043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53319"/>
            <a:ext cx="2284035" cy="244043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5345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53319"/>
            <a:ext cx="3105388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766593"/>
            <a:ext cx="3105388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2669079"/>
            <a:ext cx="810101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2669079"/>
            <a:ext cx="1215152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2669079"/>
            <a:ext cx="810101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9007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C4117AF4-5004-FDCC-309E-3963656F12F0}"/>
              </a:ext>
            </a:extLst>
          </p:cNvPr>
          <p:cNvGrpSpPr/>
          <p:nvPr/>
        </p:nvGrpSpPr>
        <p:grpSpPr>
          <a:xfrm>
            <a:off x="563878" y="133202"/>
            <a:ext cx="2472694" cy="2613320"/>
            <a:chOff x="594873" y="753589"/>
            <a:chExt cx="2472694" cy="2613320"/>
          </a:xfrm>
        </p:grpSpPr>
        <p:sp>
          <p:nvSpPr>
            <p:cNvPr id="73" name="Ellipse 72">
              <a:extLst>
                <a:ext uri="{FF2B5EF4-FFF2-40B4-BE49-F238E27FC236}">
                  <a16:creationId xmlns:a16="http://schemas.microsoft.com/office/drawing/2014/main" id="{0EF27AD9-29B1-124D-F65B-EFA42A7C595D}"/>
                </a:ext>
              </a:extLst>
            </p:cNvPr>
            <p:cNvSpPr/>
            <p:nvPr/>
          </p:nvSpPr>
          <p:spPr>
            <a:xfrm>
              <a:off x="594873" y="1168729"/>
              <a:ext cx="837887" cy="2156793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feld 73">
                  <a:extLst>
                    <a:ext uri="{FF2B5EF4-FFF2-40B4-BE49-F238E27FC236}">
                      <a16:creationId xmlns:a16="http://schemas.microsoft.com/office/drawing/2014/main" id="{C3E0952F-62A3-C046-CA2D-3DB982C6D64A}"/>
                    </a:ext>
                  </a:extLst>
                </p:cNvPr>
                <p:cNvSpPr txBox="1"/>
                <p:nvPr/>
              </p:nvSpPr>
              <p:spPr>
                <a:xfrm>
                  <a:off x="808093" y="1376732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74" name="Textfeld 73">
                  <a:extLst>
                    <a:ext uri="{FF2B5EF4-FFF2-40B4-BE49-F238E27FC236}">
                      <a16:creationId xmlns:a16="http://schemas.microsoft.com/office/drawing/2014/main" id="{C3E0952F-62A3-C046-CA2D-3DB982C6D6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093" y="1376732"/>
                  <a:ext cx="377026" cy="35394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feld 74">
                  <a:extLst>
                    <a:ext uri="{FF2B5EF4-FFF2-40B4-BE49-F238E27FC236}">
                      <a16:creationId xmlns:a16="http://schemas.microsoft.com/office/drawing/2014/main" id="{F347E2A3-0BEC-29D4-01BF-D5A9D016F40A}"/>
                    </a:ext>
                  </a:extLst>
                </p:cNvPr>
                <p:cNvSpPr txBox="1"/>
                <p:nvPr/>
              </p:nvSpPr>
              <p:spPr>
                <a:xfrm>
                  <a:off x="822130" y="1743028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75" name="Textfeld 74">
                  <a:extLst>
                    <a:ext uri="{FF2B5EF4-FFF2-40B4-BE49-F238E27FC236}">
                      <a16:creationId xmlns:a16="http://schemas.microsoft.com/office/drawing/2014/main" id="{F347E2A3-0BEC-29D4-01BF-D5A9D016F4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130" y="1743028"/>
                  <a:ext cx="377026" cy="35394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feld 75">
                  <a:extLst>
                    <a:ext uri="{FF2B5EF4-FFF2-40B4-BE49-F238E27FC236}">
                      <a16:creationId xmlns:a16="http://schemas.microsoft.com/office/drawing/2014/main" id="{DAE3AA9B-E5BB-1491-75AB-0BADAF9E80C0}"/>
                    </a:ext>
                  </a:extLst>
                </p:cNvPr>
                <p:cNvSpPr txBox="1"/>
                <p:nvPr/>
              </p:nvSpPr>
              <p:spPr>
                <a:xfrm>
                  <a:off x="818119" y="2109324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76" name="Textfeld 75">
                  <a:extLst>
                    <a:ext uri="{FF2B5EF4-FFF2-40B4-BE49-F238E27FC236}">
                      <a16:creationId xmlns:a16="http://schemas.microsoft.com/office/drawing/2014/main" id="{DAE3AA9B-E5BB-1491-75AB-0BADAF9E80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119" y="2109324"/>
                  <a:ext cx="377026" cy="3539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feld 76">
                  <a:extLst>
                    <a:ext uri="{FF2B5EF4-FFF2-40B4-BE49-F238E27FC236}">
                      <a16:creationId xmlns:a16="http://schemas.microsoft.com/office/drawing/2014/main" id="{17677D81-EB14-5836-8F51-1334E676CE6A}"/>
                    </a:ext>
                  </a:extLst>
                </p:cNvPr>
                <p:cNvSpPr txBox="1"/>
                <p:nvPr/>
              </p:nvSpPr>
              <p:spPr>
                <a:xfrm>
                  <a:off x="818119" y="2475620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77" name="Textfeld 76">
                  <a:extLst>
                    <a:ext uri="{FF2B5EF4-FFF2-40B4-BE49-F238E27FC236}">
                      <a16:creationId xmlns:a16="http://schemas.microsoft.com/office/drawing/2014/main" id="{17677D81-EB14-5836-8F51-1334E676CE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119" y="2475620"/>
                  <a:ext cx="377026" cy="35394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feld 77">
                  <a:extLst>
                    <a:ext uri="{FF2B5EF4-FFF2-40B4-BE49-F238E27FC236}">
                      <a16:creationId xmlns:a16="http://schemas.microsoft.com/office/drawing/2014/main" id="{DA30EBF9-5CF7-AC40-D8F1-F46C168DD659}"/>
                    </a:ext>
                  </a:extLst>
                </p:cNvPr>
                <p:cNvSpPr txBox="1"/>
                <p:nvPr/>
              </p:nvSpPr>
              <p:spPr>
                <a:xfrm>
                  <a:off x="818119" y="2841916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78" name="Textfeld 77">
                  <a:extLst>
                    <a:ext uri="{FF2B5EF4-FFF2-40B4-BE49-F238E27FC236}">
                      <a16:creationId xmlns:a16="http://schemas.microsoft.com/office/drawing/2014/main" id="{DA30EBF9-5CF7-AC40-D8F1-F46C168DD6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119" y="2841916"/>
                  <a:ext cx="377026" cy="35394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feld 79">
                  <a:extLst>
                    <a:ext uri="{FF2B5EF4-FFF2-40B4-BE49-F238E27FC236}">
                      <a16:creationId xmlns:a16="http://schemas.microsoft.com/office/drawing/2014/main" id="{F7F9BC6D-6A07-54C1-E257-D2DAE3570807}"/>
                    </a:ext>
                  </a:extLst>
                </p:cNvPr>
                <p:cNvSpPr txBox="1"/>
                <p:nvPr/>
              </p:nvSpPr>
              <p:spPr>
                <a:xfrm>
                  <a:off x="909715" y="771884"/>
                  <a:ext cx="2135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80" name="Textfeld 79">
                  <a:extLst>
                    <a:ext uri="{FF2B5EF4-FFF2-40B4-BE49-F238E27FC236}">
                      <a16:creationId xmlns:a16="http://schemas.microsoft.com/office/drawing/2014/main" id="{F7F9BC6D-6A07-54C1-E257-D2DAE35708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715" y="771884"/>
                  <a:ext cx="213520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5714" r="-25714" b="-6667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" name="Textfeld 80">
                  <a:extLst>
                    <a:ext uri="{FF2B5EF4-FFF2-40B4-BE49-F238E27FC236}">
                      <a16:creationId xmlns:a16="http://schemas.microsoft.com/office/drawing/2014/main" id="{BFAD89EC-E02A-E547-E960-0AEA73B5AE91}"/>
                    </a:ext>
                  </a:extLst>
                </p:cNvPr>
                <p:cNvSpPr txBox="1"/>
                <p:nvPr/>
              </p:nvSpPr>
              <p:spPr>
                <a:xfrm>
                  <a:off x="2393510" y="1490608"/>
                  <a:ext cx="383951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81" name="Textfeld 80">
                  <a:extLst>
                    <a:ext uri="{FF2B5EF4-FFF2-40B4-BE49-F238E27FC236}">
                      <a16:creationId xmlns:a16="http://schemas.microsoft.com/office/drawing/2014/main" id="{BFAD89EC-E02A-E547-E960-0AEA73B5AE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3510" y="1490608"/>
                  <a:ext cx="383951" cy="35394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feld 81">
                  <a:extLst>
                    <a:ext uri="{FF2B5EF4-FFF2-40B4-BE49-F238E27FC236}">
                      <a16:creationId xmlns:a16="http://schemas.microsoft.com/office/drawing/2014/main" id="{49210892-3CB1-49F2-7D10-488D5854D8CC}"/>
                    </a:ext>
                  </a:extLst>
                </p:cNvPr>
                <p:cNvSpPr txBox="1"/>
                <p:nvPr/>
              </p:nvSpPr>
              <p:spPr>
                <a:xfrm>
                  <a:off x="2407545" y="1924438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82" name="Textfeld 81">
                  <a:extLst>
                    <a:ext uri="{FF2B5EF4-FFF2-40B4-BE49-F238E27FC236}">
                      <a16:creationId xmlns:a16="http://schemas.microsoft.com/office/drawing/2014/main" id="{49210892-3CB1-49F2-7D10-488D5854D8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7545" y="1924438"/>
                  <a:ext cx="377026" cy="35394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feld 82">
                  <a:extLst>
                    <a:ext uri="{FF2B5EF4-FFF2-40B4-BE49-F238E27FC236}">
                      <a16:creationId xmlns:a16="http://schemas.microsoft.com/office/drawing/2014/main" id="{5D45D433-D8EE-61AD-E0DD-34D859AEB5FB}"/>
                    </a:ext>
                  </a:extLst>
                </p:cNvPr>
                <p:cNvSpPr txBox="1"/>
                <p:nvPr/>
              </p:nvSpPr>
              <p:spPr>
                <a:xfrm>
                  <a:off x="2403534" y="2283910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83" name="Textfeld 82">
                  <a:extLst>
                    <a:ext uri="{FF2B5EF4-FFF2-40B4-BE49-F238E27FC236}">
                      <a16:creationId xmlns:a16="http://schemas.microsoft.com/office/drawing/2014/main" id="{5D45D433-D8EE-61AD-E0DD-34D859AEB5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3534" y="2283910"/>
                  <a:ext cx="377026" cy="35394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feld 83">
                  <a:extLst>
                    <a:ext uri="{FF2B5EF4-FFF2-40B4-BE49-F238E27FC236}">
                      <a16:creationId xmlns:a16="http://schemas.microsoft.com/office/drawing/2014/main" id="{03D0D8B2-726B-52A4-2C26-C4BA8EE74808}"/>
                    </a:ext>
                  </a:extLst>
                </p:cNvPr>
                <p:cNvSpPr txBox="1"/>
                <p:nvPr/>
              </p:nvSpPr>
              <p:spPr>
                <a:xfrm>
                  <a:off x="2403536" y="2684326"/>
                  <a:ext cx="390363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84" name="Textfeld 83">
                  <a:extLst>
                    <a:ext uri="{FF2B5EF4-FFF2-40B4-BE49-F238E27FC236}">
                      <a16:creationId xmlns:a16="http://schemas.microsoft.com/office/drawing/2014/main" id="{03D0D8B2-726B-52A4-2C26-C4BA8EE748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3536" y="2684326"/>
                  <a:ext cx="390363" cy="35394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feld 89">
                  <a:extLst>
                    <a:ext uri="{FF2B5EF4-FFF2-40B4-BE49-F238E27FC236}">
                      <a16:creationId xmlns:a16="http://schemas.microsoft.com/office/drawing/2014/main" id="{D26C89B4-1B1B-956A-1788-894C5A6C40CC}"/>
                    </a:ext>
                  </a:extLst>
                </p:cNvPr>
                <p:cNvSpPr txBox="1"/>
                <p:nvPr/>
              </p:nvSpPr>
              <p:spPr>
                <a:xfrm>
                  <a:off x="2485289" y="766355"/>
                  <a:ext cx="18838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90" name="Textfeld 89">
                  <a:extLst>
                    <a:ext uri="{FF2B5EF4-FFF2-40B4-BE49-F238E27FC236}">
                      <a16:creationId xmlns:a16="http://schemas.microsoft.com/office/drawing/2014/main" id="{D26C89B4-1B1B-956A-1788-894C5A6C40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5289" y="766355"/>
                  <a:ext cx="188385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32258" r="-29032" b="-6667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1" name="Gerade Verbindung mit Pfeil 90">
              <a:extLst>
                <a:ext uri="{FF2B5EF4-FFF2-40B4-BE49-F238E27FC236}">
                  <a16:creationId xmlns:a16="http://schemas.microsoft.com/office/drawing/2014/main" id="{13FCA74A-B7D5-0229-2B2A-C3914DBA3C98}"/>
                </a:ext>
              </a:extLst>
            </p:cNvPr>
            <p:cNvCxnSpPr/>
            <p:nvPr/>
          </p:nvCxnSpPr>
          <p:spPr>
            <a:xfrm>
              <a:off x="1371345" y="906075"/>
              <a:ext cx="784595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feld 91">
                  <a:extLst>
                    <a:ext uri="{FF2B5EF4-FFF2-40B4-BE49-F238E27FC236}">
                      <a16:creationId xmlns:a16="http://schemas.microsoft.com/office/drawing/2014/main" id="{8AF542C7-FE6B-044B-8FAC-05B39D4F8735}"/>
                    </a:ext>
                  </a:extLst>
                </p:cNvPr>
                <p:cNvSpPr txBox="1"/>
                <p:nvPr/>
              </p:nvSpPr>
              <p:spPr>
                <a:xfrm>
                  <a:off x="1706405" y="753589"/>
                  <a:ext cx="179857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92" name="Textfeld 91">
                  <a:extLst>
                    <a:ext uri="{FF2B5EF4-FFF2-40B4-BE49-F238E27FC236}">
                      <a16:creationId xmlns:a16="http://schemas.microsoft.com/office/drawing/2014/main" id="{8AF542C7-FE6B-044B-8FAC-05B39D4F87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6405" y="753589"/>
                  <a:ext cx="179857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48276" t="-2222" r="-48276" b="-35556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3" name="Gerade Verbindung mit Pfeil 92">
              <a:extLst>
                <a:ext uri="{FF2B5EF4-FFF2-40B4-BE49-F238E27FC236}">
                  <a16:creationId xmlns:a16="http://schemas.microsoft.com/office/drawing/2014/main" id="{8E46E08A-327B-E03F-2F81-A9968AF0D985}"/>
                </a:ext>
              </a:extLst>
            </p:cNvPr>
            <p:cNvCxnSpPr>
              <a:cxnSpLocks/>
            </p:cNvCxnSpPr>
            <p:nvPr/>
          </p:nvCxnSpPr>
          <p:spPr>
            <a:xfrm>
              <a:off x="1094387" y="1553704"/>
              <a:ext cx="1428732" cy="52279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Gerade Verbindung mit Pfeil 93">
              <a:extLst>
                <a:ext uri="{FF2B5EF4-FFF2-40B4-BE49-F238E27FC236}">
                  <a16:creationId xmlns:a16="http://schemas.microsoft.com/office/drawing/2014/main" id="{16D1CE70-451A-57CC-215A-8EEB1DDBA966}"/>
                </a:ext>
              </a:extLst>
            </p:cNvPr>
            <p:cNvCxnSpPr>
              <a:cxnSpLocks/>
            </p:cNvCxnSpPr>
            <p:nvPr/>
          </p:nvCxnSpPr>
          <p:spPr>
            <a:xfrm>
              <a:off x="1108424" y="1920000"/>
              <a:ext cx="1411679" cy="8567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Gerade Verbindung mit Pfeil 94">
              <a:extLst>
                <a:ext uri="{FF2B5EF4-FFF2-40B4-BE49-F238E27FC236}">
                  <a16:creationId xmlns:a16="http://schemas.microsoft.com/office/drawing/2014/main" id="{AD07ABCF-B20A-EC6C-1F73-A550553BFE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4413" y="2894838"/>
              <a:ext cx="1415690" cy="12405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Gerade Verbindung mit Pfeil 95">
              <a:extLst>
                <a:ext uri="{FF2B5EF4-FFF2-40B4-BE49-F238E27FC236}">
                  <a16:creationId xmlns:a16="http://schemas.microsoft.com/office/drawing/2014/main" id="{C31D8592-A530-3070-DCFC-6DC087ED7A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4413" y="2535282"/>
              <a:ext cx="1413996" cy="11731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Gerade Verbindung mit Pfeil 96">
              <a:extLst>
                <a:ext uri="{FF2B5EF4-FFF2-40B4-BE49-F238E27FC236}">
                  <a16:creationId xmlns:a16="http://schemas.microsoft.com/office/drawing/2014/main" id="{A81B4BDB-F416-5A0E-1121-E1543303CE6A}"/>
                </a:ext>
              </a:extLst>
            </p:cNvPr>
            <p:cNvCxnSpPr>
              <a:cxnSpLocks/>
            </p:cNvCxnSpPr>
            <p:nvPr/>
          </p:nvCxnSpPr>
          <p:spPr>
            <a:xfrm>
              <a:off x="1104413" y="2286296"/>
              <a:ext cx="1422708" cy="12704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Ellipse 97">
              <a:extLst>
                <a:ext uri="{FF2B5EF4-FFF2-40B4-BE49-F238E27FC236}">
                  <a16:creationId xmlns:a16="http://schemas.microsoft.com/office/drawing/2014/main" id="{5D69B6EB-03F0-6E41-345D-70F44E882624}"/>
                </a:ext>
              </a:extLst>
            </p:cNvPr>
            <p:cNvSpPr/>
            <p:nvPr/>
          </p:nvSpPr>
          <p:spPr>
            <a:xfrm>
              <a:off x="2100484" y="1210117"/>
              <a:ext cx="967083" cy="2156792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8315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</Words>
  <Application>Microsoft Office PowerPoint</Application>
  <PresentationFormat>Benutzerdefiniert</PresentationFormat>
  <Paragraphs>12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CMU Bright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10</cp:revision>
  <dcterms:created xsi:type="dcterms:W3CDTF">2024-09-19T04:48:59Z</dcterms:created>
  <dcterms:modified xsi:type="dcterms:W3CDTF">2024-09-23T05:24:46Z</dcterms:modified>
</cp:coreProperties>
</file>