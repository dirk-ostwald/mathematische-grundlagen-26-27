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sldIdLst>
    <p:sldId id="256" r:id="rId2"/>
  </p:sldIdLst>
  <p:sldSz cx="1619250" cy="16192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322" autoAdjust="0"/>
    <p:restoredTop sz="94660"/>
  </p:normalViewPr>
  <p:slideViewPr>
    <p:cSldViewPr snapToGrid="0">
      <p:cViewPr varScale="1">
        <p:scale>
          <a:sx n="400" d="100"/>
          <a:sy n="400" d="100"/>
        </p:scale>
        <p:origin x="3288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444" y="265002"/>
            <a:ext cx="1376363" cy="563739"/>
          </a:xfrm>
        </p:spPr>
        <p:txBody>
          <a:bodyPr anchor="b"/>
          <a:lstStyle>
            <a:lvl1pPr algn="ctr">
              <a:defRPr sz="106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406" y="850481"/>
            <a:ext cx="1214438" cy="390944"/>
          </a:xfrm>
        </p:spPr>
        <p:txBody>
          <a:bodyPr/>
          <a:lstStyle>
            <a:lvl1pPr marL="0" indent="0" algn="ctr">
              <a:buNone/>
              <a:defRPr sz="425"/>
            </a:lvl1pPr>
            <a:lvl2pPr marL="80970" indent="0" algn="ctr">
              <a:buNone/>
              <a:defRPr sz="354"/>
            </a:lvl2pPr>
            <a:lvl3pPr marL="161940" indent="0" algn="ctr">
              <a:buNone/>
              <a:defRPr sz="319"/>
            </a:lvl3pPr>
            <a:lvl4pPr marL="242910" indent="0" algn="ctr">
              <a:buNone/>
              <a:defRPr sz="283"/>
            </a:lvl4pPr>
            <a:lvl5pPr marL="323880" indent="0" algn="ctr">
              <a:buNone/>
              <a:defRPr sz="283"/>
            </a:lvl5pPr>
            <a:lvl6pPr marL="404851" indent="0" algn="ctr">
              <a:buNone/>
              <a:defRPr sz="283"/>
            </a:lvl6pPr>
            <a:lvl7pPr marL="485821" indent="0" algn="ctr">
              <a:buNone/>
              <a:defRPr sz="283"/>
            </a:lvl7pPr>
            <a:lvl8pPr marL="566791" indent="0" algn="ctr">
              <a:buNone/>
              <a:defRPr sz="283"/>
            </a:lvl8pPr>
            <a:lvl9pPr marL="647761" indent="0" algn="ctr">
              <a:buNone/>
              <a:defRPr sz="283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41F1C-4B07-4D7E-A194-17AF101258CE}" type="datetimeFigureOut">
              <a:rPr lang="de-DE" smtClean="0"/>
              <a:t>25.09.2026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C643-C89E-4466-93F0-50EE638F7A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2363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41F1C-4B07-4D7E-A194-17AF101258CE}" type="datetimeFigureOut">
              <a:rPr lang="de-DE" smtClean="0"/>
              <a:t>25.09.2026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C643-C89E-4466-93F0-50EE638F7A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4903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0" y="403688"/>
            <a:ext cx="1396603" cy="673563"/>
          </a:xfrm>
        </p:spPr>
        <p:txBody>
          <a:bodyPr anchor="b"/>
          <a:lstStyle>
            <a:lvl1pPr>
              <a:defRPr sz="106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0" y="1083623"/>
            <a:ext cx="1396603" cy="354211"/>
          </a:xfrm>
        </p:spPr>
        <p:txBody>
          <a:bodyPr/>
          <a:lstStyle>
            <a:lvl1pPr marL="0" indent="0">
              <a:buNone/>
              <a:defRPr sz="425">
                <a:solidFill>
                  <a:schemeClr val="tx1">
                    <a:tint val="82000"/>
                  </a:schemeClr>
                </a:solidFill>
              </a:defRPr>
            </a:lvl1pPr>
            <a:lvl2pPr marL="80970" indent="0">
              <a:buNone/>
              <a:defRPr sz="354">
                <a:solidFill>
                  <a:schemeClr val="tx1">
                    <a:tint val="82000"/>
                  </a:schemeClr>
                </a:solidFill>
              </a:defRPr>
            </a:lvl2pPr>
            <a:lvl3pPr marL="161940" indent="0">
              <a:buNone/>
              <a:defRPr sz="319">
                <a:solidFill>
                  <a:schemeClr val="tx1">
                    <a:tint val="82000"/>
                  </a:schemeClr>
                </a:solidFill>
              </a:defRPr>
            </a:lvl3pPr>
            <a:lvl4pPr marL="242910" indent="0">
              <a:buNone/>
              <a:defRPr sz="283">
                <a:solidFill>
                  <a:schemeClr val="tx1">
                    <a:tint val="82000"/>
                  </a:schemeClr>
                </a:solidFill>
              </a:defRPr>
            </a:lvl4pPr>
            <a:lvl5pPr marL="323880" indent="0">
              <a:buNone/>
              <a:defRPr sz="283">
                <a:solidFill>
                  <a:schemeClr val="tx1">
                    <a:tint val="82000"/>
                  </a:schemeClr>
                </a:solidFill>
              </a:defRPr>
            </a:lvl5pPr>
            <a:lvl6pPr marL="404851" indent="0">
              <a:buNone/>
              <a:defRPr sz="283">
                <a:solidFill>
                  <a:schemeClr val="tx1">
                    <a:tint val="82000"/>
                  </a:schemeClr>
                </a:solidFill>
              </a:defRPr>
            </a:lvl6pPr>
            <a:lvl7pPr marL="485821" indent="0">
              <a:buNone/>
              <a:defRPr sz="283">
                <a:solidFill>
                  <a:schemeClr val="tx1">
                    <a:tint val="82000"/>
                  </a:schemeClr>
                </a:solidFill>
              </a:defRPr>
            </a:lvl7pPr>
            <a:lvl8pPr marL="566791" indent="0">
              <a:buNone/>
              <a:defRPr sz="283">
                <a:solidFill>
                  <a:schemeClr val="tx1">
                    <a:tint val="82000"/>
                  </a:schemeClr>
                </a:solidFill>
              </a:defRPr>
            </a:lvl8pPr>
            <a:lvl9pPr marL="647761" indent="0">
              <a:buNone/>
              <a:defRPr sz="28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41F1C-4B07-4D7E-A194-17AF101258CE}" type="datetimeFigureOut">
              <a:rPr lang="de-DE" smtClean="0"/>
              <a:t>25.09.2026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C643-C89E-4466-93F0-50EE638F7A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783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324" y="431050"/>
            <a:ext cx="688181" cy="102739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9745" y="431050"/>
            <a:ext cx="688181" cy="102739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41F1C-4B07-4D7E-A194-17AF101258CE}" type="datetimeFigureOut">
              <a:rPr lang="de-DE" smtClean="0"/>
              <a:t>25.09.2026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C643-C89E-4466-93F0-50EE638F7A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65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34" y="86211"/>
            <a:ext cx="1396603" cy="31298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534" y="396941"/>
            <a:ext cx="685019" cy="194535"/>
          </a:xfrm>
        </p:spPr>
        <p:txBody>
          <a:bodyPr anchor="b"/>
          <a:lstStyle>
            <a:lvl1pPr marL="0" indent="0">
              <a:buNone/>
              <a:defRPr sz="425" b="1"/>
            </a:lvl1pPr>
            <a:lvl2pPr marL="80970" indent="0">
              <a:buNone/>
              <a:defRPr sz="354" b="1"/>
            </a:lvl2pPr>
            <a:lvl3pPr marL="161940" indent="0">
              <a:buNone/>
              <a:defRPr sz="319" b="1"/>
            </a:lvl3pPr>
            <a:lvl4pPr marL="242910" indent="0">
              <a:buNone/>
              <a:defRPr sz="283" b="1"/>
            </a:lvl4pPr>
            <a:lvl5pPr marL="323880" indent="0">
              <a:buNone/>
              <a:defRPr sz="283" b="1"/>
            </a:lvl5pPr>
            <a:lvl6pPr marL="404851" indent="0">
              <a:buNone/>
              <a:defRPr sz="283" b="1"/>
            </a:lvl6pPr>
            <a:lvl7pPr marL="485821" indent="0">
              <a:buNone/>
              <a:defRPr sz="283" b="1"/>
            </a:lvl7pPr>
            <a:lvl8pPr marL="566791" indent="0">
              <a:buNone/>
              <a:defRPr sz="283" b="1"/>
            </a:lvl8pPr>
            <a:lvl9pPr marL="647761" indent="0">
              <a:buNone/>
              <a:defRPr sz="283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534" y="591476"/>
            <a:ext cx="685019" cy="8699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19745" y="396941"/>
            <a:ext cx="688392" cy="194535"/>
          </a:xfrm>
        </p:spPr>
        <p:txBody>
          <a:bodyPr anchor="b"/>
          <a:lstStyle>
            <a:lvl1pPr marL="0" indent="0">
              <a:buNone/>
              <a:defRPr sz="425" b="1"/>
            </a:lvl1pPr>
            <a:lvl2pPr marL="80970" indent="0">
              <a:buNone/>
              <a:defRPr sz="354" b="1"/>
            </a:lvl2pPr>
            <a:lvl3pPr marL="161940" indent="0">
              <a:buNone/>
              <a:defRPr sz="319" b="1"/>
            </a:lvl3pPr>
            <a:lvl4pPr marL="242910" indent="0">
              <a:buNone/>
              <a:defRPr sz="283" b="1"/>
            </a:lvl4pPr>
            <a:lvl5pPr marL="323880" indent="0">
              <a:buNone/>
              <a:defRPr sz="283" b="1"/>
            </a:lvl5pPr>
            <a:lvl6pPr marL="404851" indent="0">
              <a:buNone/>
              <a:defRPr sz="283" b="1"/>
            </a:lvl6pPr>
            <a:lvl7pPr marL="485821" indent="0">
              <a:buNone/>
              <a:defRPr sz="283" b="1"/>
            </a:lvl7pPr>
            <a:lvl8pPr marL="566791" indent="0">
              <a:buNone/>
              <a:defRPr sz="283" b="1"/>
            </a:lvl8pPr>
            <a:lvl9pPr marL="647761" indent="0">
              <a:buNone/>
              <a:defRPr sz="283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19745" y="591476"/>
            <a:ext cx="688392" cy="8699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41F1C-4B07-4D7E-A194-17AF101258CE}" type="datetimeFigureOut">
              <a:rPr lang="de-DE" smtClean="0"/>
              <a:t>25.09.2026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C643-C89E-4466-93F0-50EE638F7A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7606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41F1C-4B07-4D7E-A194-17AF101258CE}" type="datetimeFigureOut">
              <a:rPr lang="de-DE" smtClean="0"/>
              <a:t>25.09.2026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C643-C89E-4466-93F0-50EE638F7A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4149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41F1C-4B07-4D7E-A194-17AF101258CE}" type="datetimeFigureOut">
              <a:rPr lang="de-DE" smtClean="0"/>
              <a:t>25.09.2026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C643-C89E-4466-93F0-50EE638F7A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3700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34" y="107950"/>
            <a:ext cx="522250" cy="377825"/>
          </a:xfrm>
        </p:spPr>
        <p:txBody>
          <a:bodyPr anchor="b"/>
          <a:lstStyle>
            <a:lvl1pPr>
              <a:defRPr sz="56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392" y="233142"/>
            <a:ext cx="819745" cy="1150717"/>
          </a:xfrm>
        </p:spPr>
        <p:txBody>
          <a:bodyPr/>
          <a:lstStyle>
            <a:lvl1pPr>
              <a:defRPr sz="567"/>
            </a:lvl1pPr>
            <a:lvl2pPr>
              <a:defRPr sz="496"/>
            </a:lvl2pPr>
            <a:lvl3pPr>
              <a:defRPr sz="425"/>
            </a:lvl3pPr>
            <a:lvl4pPr>
              <a:defRPr sz="354"/>
            </a:lvl4pPr>
            <a:lvl5pPr>
              <a:defRPr sz="354"/>
            </a:lvl5pPr>
            <a:lvl6pPr>
              <a:defRPr sz="354"/>
            </a:lvl6pPr>
            <a:lvl7pPr>
              <a:defRPr sz="354"/>
            </a:lvl7pPr>
            <a:lvl8pPr>
              <a:defRPr sz="354"/>
            </a:lvl8pPr>
            <a:lvl9pPr>
              <a:defRPr sz="354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34" y="485775"/>
            <a:ext cx="522250" cy="899958"/>
          </a:xfrm>
        </p:spPr>
        <p:txBody>
          <a:bodyPr/>
          <a:lstStyle>
            <a:lvl1pPr marL="0" indent="0">
              <a:buNone/>
              <a:defRPr sz="283"/>
            </a:lvl1pPr>
            <a:lvl2pPr marL="80970" indent="0">
              <a:buNone/>
              <a:defRPr sz="248"/>
            </a:lvl2pPr>
            <a:lvl3pPr marL="161940" indent="0">
              <a:buNone/>
              <a:defRPr sz="213"/>
            </a:lvl3pPr>
            <a:lvl4pPr marL="242910" indent="0">
              <a:buNone/>
              <a:defRPr sz="177"/>
            </a:lvl4pPr>
            <a:lvl5pPr marL="323880" indent="0">
              <a:buNone/>
              <a:defRPr sz="177"/>
            </a:lvl5pPr>
            <a:lvl6pPr marL="404851" indent="0">
              <a:buNone/>
              <a:defRPr sz="177"/>
            </a:lvl6pPr>
            <a:lvl7pPr marL="485821" indent="0">
              <a:buNone/>
              <a:defRPr sz="177"/>
            </a:lvl7pPr>
            <a:lvl8pPr marL="566791" indent="0">
              <a:buNone/>
              <a:defRPr sz="177"/>
            </a:lvl8pPr>
            <a:lvl9pPr marL="647761" indent="0">
              <a:buNone/>
              <a:defRPr sz="177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41F1C-4B07-4D7E-A194-17AF101258CE}" type="datetimeFigureOut">
              <a:rPr lang="de-DE" smtClean="0"/>
              <a:t>25.09.2026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C643-C89E-4466-93F0-50EE638F7A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4675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34" y="107950"/>
            <a:ext cx="522250" cy="377825"/>
          </a:xfrm>
        </p:spPr>
        <p:txBody>
          <a:bodyPr anchor="b"/>
          <a:lstStyle>
            <a:lvl1pPr>
              <a:defRPr sz="56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8392" y="233142"/>
            <a:ext cx="819745" cy="1150717"/>
          </a:xfrm>
        </p:spPr>
        <p:txBody>
          <a:bodyPr anchor="t"/>
          <a:lstStyle>
            <a:lvl1pPr marL="0" indent="0">
              <a:buNone/>
              <a:defRPr sz="567"/>
            </a:lvl1pPr>
            <a:lvl2pPr marL="80970" indent="0">
              <a:buNone/>
              <a:defRPr sz="496"/>
            </a:lvl2pPr>
            <a:lvl3pPr marL="161940" indent="0">
              <a:buNone/>
              <a:defRPr sz="425"/>
            </a:lvl3pPr>
            <a:lvl4pPr marL="242910" indent="0">
              <a:buNone/>
              <a:defRPr sz="354"/>
            </a:lvl4pPr>
            <a:lvl5pPr marL="323880" indent="0">
              <a:buNone/>
              <a:defRPr sz="354"/>
            </a:lvl5pPr>
            <a:lvl6pPr marL="404851" indent="0">
              <a:buNone/>
              <a:defRPr sz="354"/>
            </a:lvl6pPr>
            <a:lvl7pPr marL="485821" indent="0">
              <a:buNone/>
              <a:defRPr sz="354"/>
            </a:lvl7pPr>
            <a:lvl8pPr marL="566791" indent="0">
              <a:buNone/>
              <a:defRPr sz="354"/>
            </a:lvl8pPr>
            <a:lvl9pPr marL="647761" indent="0">
              <a:buNone/>
              <a:defRPr sz="354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34" y="485775"/>
            <a:ext cx="522250" cy="899958"/>
          </a:xfrm>
        </p:spPr>
        <p:txBody>
          <a:bodyPr/>
          <a:lstStyle>
            <a:lvl1pPr marL="0" indent="0">
              <a:buNone/>
              <a:defRPr sz="283"/>
            </a:lvl1pPr>
            <a:lvl2pPr marL="80970" indent="0">
              <a:buNone/>
              <a:defRPr sz="248"/>
            </a:lvl2pPr>
            <a:lvl3pPr marL="161940" indent="0">
              <a:buNone/>
              <a:defRPr sz="213"/>
            </a:lvl3pPr>
            <a:lvl4pPr marL="242910" indent="0">
              <a:buNone/>
              <a:defRPr sz="177"/>
            </a:lvl4pPr>
            <a:lvl5pPr marL="323880" indent="0">
              <a:buNone/>
              <a:defRPr sz="177"/>
            </a:lvl5pPr>
            <a:lvl6pPr marL="404851" indent="0">
              <a:buNone/>
              <a:defRPr sz="177"/>
            </a:lvl6pPr>
            <a:lvl7pPr marL="485821" indent="0">
              <a:buNone/>
              <a:defRPr sz="177"/>
            </a:lvl7pPr>
            <a:lvl8pPr marL="566791" indent="0">
              <a:buNone/>
              <a:defRPr sz="177"/>
            </a:lvl8pPr>
            <a:lvl9pPr marL="647761" indent="0">
              <a:buNone/>
              <a:defRPr sz="177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41F1C-4B07-4D7E-A194-17AF101258CE}" type="datetimeFigureOut">
              <a:rPr lang="de-DE" smtClean="0"/>
              <a:t>25.09.2026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C643-C89E-4466-93F0-50EE638F7A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9412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41F1C-4B07-4D7E-A194-17AF101258CE}" type="datetimeFigureOut">
              <a:rPr lang="de-DE" smtClean="0"/>
              <a:t>25.09.2026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C643-C89E-4466-93F0-50EE638F7A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2418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8776" y="86210"/>
            <a:ext cx="349151" cy="137224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23" y="86210"/>
            <a:ext cx="1027212" cy="137224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41F1C-4B07-4D7E-A194-17AF101258CE}" type="datetimeFigureOut">
              <a:rPr lang="de-DE" smtClean="0"/>
              <a:t>25.09.2026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C643-C89E-4466-93F0-50EE638F7A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5493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324" y="86211"/>
            <a:ext cx="1396603" cy="3129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4" y="431050"/>
            <a:ext cx="1396603" cy="1027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324" y="1500805"/>
            <a:ext cx="364331" cy="86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241F1C-4B07-4D7E-A194-17AF101258CE}" type="datetimeFigureOut">
              <a:rPr lang="de-DE" smtClean="0"/>
              <a:t>25.09.2026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6377" y="1500805"/>
            <a:ext cx="546497" cy="86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3595" y="1500805"/>
            <a:ext cx="364331" cy="86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8AC643-C89E-4466-93F0-50EE638F7A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6836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161940" rtl="0" eaLnBrk="1" latinLnBrk="0" hangingPunct="1">
        <a:lnSpc>
          <a:spcPct val="90000"/>
        </a:lnSpc>
        <a:spcBef>
          <a:spcPct val="0"/>
        </a:spcBef>
        <a:buNone/>
        <a:defRPr sz="77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485" indent="-40485" algn="l" defTabSz="161940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496" kern="1200">
          <a:solidFill>
            <a:schemeClr val="tx1"/>
          </a:solidFill>
          <a:latin typeface="+mn-lt"/>
          <a:ea typeface="+mn-ea"/>
          <a:cs typeface="+mn-cs"/>
        </a:defRPr>
      </a:lvl1pPr>
      <a:lvl2pPr marL="121455" indent="-40485" algn="l" defTabSz="161940" rtl="0" eaLnBrk="1" latinLnBrk="0" hangingPunct="1">
        <a:lnSpc>
          <a:spcPct val="90000"/>
        </a:lnSpc>
        <a:spcBef>
          <a:spcPts val="89"/>
        </a:spcBef>
        <a:buFont typeface="Arial" panose="020B0604020202020204" pitchFamily="34" charset="0"/>
        <a:buChar char="•"/>
        <a:defRPr sz="425" kern="1200">
          <a:solidFill>
            <a:schemeClr val="tx1"/>
          </a:solidFill>
          <a:latin typeface="+mn-lt"/>
          <a:ea typeface="+mn-ea"/>
          <a:cs typeface="+mn-cs"/>
        </a:defRPr>
      </a:lvl2pPr>
      <a:lvl3pPr marL="202425" indent="-40485" algn="l" defTabSz="161940" rtl="0" eaLnBrk="1" latinLnBrk="0" hangingPunct="1">
        <a:lnSpc>
          <a:spcPct val="90000"/>
        </a:lnSpc>
        <a:spcBef>
          <a:spcPts val="89"/>
        </a:spcBef>
        <a:buFont typeface="Arial" panose="020B0604020202020204" pitchFamily="34" charset="0"/>
        <a:buChar char="•"/>
        <a:defRPr sz="354" kern="1200">
          <a:solidFill>
            <a:schemeClr val="tx1"/>
          </a:solidFill>
          <a:latin typeface="+mn-lt"/>
          <a:ea typeface="+mn-ea"/>
          <a:cs typeface="+mn-cs"/>
        </a:defRPr>
      </a:lvl3pPr>
      <a:lvl4pPr marL="283395" indent="-40485" algn="l" defTabSz="161940" rtl="0" eaLnBrk="1" latinLnBrk="0" hangingPunct="1">
        <a:lnSpc>
          <a:spcPct val="90000"/>
        </a:lnSpc>
        <a:spcBef>
          <a:spcPts val="89"/>
        </a:spcBef>
        <a:buFont typeface="Arial" panose="020B0604020202020204" pitchFamily="34" charset="0"/>
        <a:buChar char="•"/>
        <a:defRPr sz="319" kern="1200">
          <a:solidFill>
            <a:schemeClr val="tx1"/>
          </a:solidFill>
          <a:latin typeface="+mn-lt"/>
          <a:ea typeface="+mn-ea"/>
          <a:cs typeface="+mn-cs"/>
        </a:defRPr>
      </a:lvl4pPr>
      <a:lvl5pPr marL="364366" indent="-40485" algn="l" defTabSz="161940" rtl="0" eaLnBrk="1" latinLnBrk="0" hangingPunct="1">
        <a:lnSpc>
          <a:spcPct val="90000"/>
        </a:lnSpc>
        <a:spcBef>
          <a:spcPts val="89"/>
        </a:spcBef>
        <a:buFont typeface="Arial" panose="020B0604020202020204" pitchFamily="34" charset="0"/>
        <a:buChar char="•"/>
        <a:defRPr sz="319" kern="1200">
          <a:solidFill>
            <a:schemeClr val="tx1"/>
          </a:solidFill>
          <a:latin typeface="+mn-lt"/>
          <a:ea typeface="+mn-ea"/>
          <a:cs typeface="+mn-cs"/>
        </a:defRPr>
      </a:lvl5pPr>
      <a:lvl6pPr marL="445336" indent="-40485" algn="l" defTabSz="161940" rtl="0" eaLnBrk="1" latinLnBrk="0" hangingPunct="1">
        <a:lnSpc>
          <a:spcPct val="90000"/>
        </a:lnSpc>
        <a:spcBef>
          <a:spcPts val="89"/>
        </a:spcBef>
        <a:buFont typeface="Arial" panose="020B0604020202020204" pitchFamily="34" charset="0"/>
        <a:buChar char="•"/>
        <a:defRPr sz="319" kern="1200">
          <a:solidFill>
            <a:schemeClr val="tx1"/>
          </a:solidFill>
          <a:latin typeface="+mn-lt"/>
          <a:ea typeface="+mn-ea"/>
          <a:cs typeface="+mn-cs"/>
        </a:defRPr>
      </a:lvl6pPr>
      <a:lvl7pPr marL="526306" indent="-40485" algn="l" defTabSz="161940" rtl="0" eaLnBrk="1" latinLnBrk="0" hangingPunct="1">
        <a:lnSpc>
          <a:spcPct val="90000"/>
        </a:lnSpc>
        <a:spcBef>
          <a:spcPts val="89"/>
        </a:spcBef>
        <a:buFont typeface="Arial" panose="020B0604020202020204" pitchFamily="34" charset="0"/>
        <a:buChar char="•"/>
        <a:defRPr sz="319" kern="1200">
          <a:solidFill>
            <a:schemeClr val="tx1"/>
          </a:solidFill>
          <a:latin typeface="+mn-lt"/>
          <a:ea typeface="+mn-ea"/>
          <a:cs typeface="+mn-cs"/>
        </a:defRPr>
      </a:lvl7pPr>
      <a:lvl8pPr marL="607276" indent="-40485" algn="l" defTabSz="161940" rtl="0" eaLnBrk="1" latinLnBrk="0" hangingPunct="1">
        <a:lnSpc>
          <a:spcPct val="90000"/>
        </a:lnSpc>
        <a:spcBef>
          <a:spcPts val="89"/>
        </a:spcBef>
        <a:buFont typeface="Arial" panose="020B0604020202020204" pitchFamily="34" charset="0"/>
        <a:buChar char="•"/>
        <a:defRPr sz="319" kern="1200">
          <a:solidFill>
            <a:schemeClr val="tx1"/>
          </a:solidFill>
          <a:latin typeface="+mn-lt"/>
          <a:ea typeface="+mn-ea"/>
          <a:cs typeface="+mn-cs"/>
        </a:defRPr>
      </a:lvl8pPr>
      <a:lvl9pPr marL="688246" indent="-40485" algn="l" defTabSz="161940" rtl="0" eaLnBrk="1" latinLnBrk="0" hangingPunct="1">
        <a:lnSpc>
          <a:spcPct val="90000"/>
        </a:lnSpc>
        <a:spcBef>
          <a:spcPts val="89"/>
        </a:spcBef>
        <a:buFont typeface="Arial" panose="020B0604020202020204" pitchFamily="34" charset="0"/>
        <a:buChar char="•"/>
        <a:defRPr sz="31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1940" rtl="0" eaLnBrk="1" latinLnBrk="0" hangingPunct="1">
        <a:defRPr sz="319" kern="1200">
          <a:solidFill>
            <a:schemeClr val="tx1"/>
          </a:solidFill>
          <a:latin typeface="+mn-lt"/>
          <a:ea typeface="+mn-ea"/>
          <a:cs typeface="+mn-cs"/>
        </a:defRPr>
      </a:lvl1pPr>
      <a:lvl2pPr marL="80970" algn="l" defTabSz="161940" rtl="0" eaLnBrk="1" latinLnBrk="0" hangingPunct="1">
        <a:defRPr sz="319" kern="1200">
          <a:solidFill>
            <a:schemeClr val="tx1"/>
          </a:solidFill>
          <a:latin typeface="+mn-lt"/>
          <a:ea typeface="+mn-ea"/>
          <a:cs typeface="+mn-cs"/>
        </a:defRPr>
      </a:lvl2pPr>
      <a:lvl3pPr marL="161940" algn="l" defTabSz="161940" rtl="0" eaLnBrk="1" latinLnBrk="0" hangingPunct="1">
        <a:defRPr sz="319" kern="1200">
          <a:solidFill>
            <a:schemeClr val="tx1"/>
          </a:solidFill>
          <a:latin typeface="+mn-lt"/>
          <a:ea typeface="+mn-ea"/>
          <a:cs typeface="+mn-cs"/>
        </a:defRPr>
      </a:lvl3pPr>
      <a:lvl4pPr marL="242910" algn="l" defTabSz="161940" rtl="0" eaLnBrk="1" latinLnBrk="0" hangingPunct="1">
        <a:defRPr sz="319" kern="1200">
          <a:solidFill>
            <a:schemeClr val="tx1"/>
          </a:solidFill>
          <a:latin typeface="+mn-lt"/>
          <a:ea typeface="+mn-ea"/>
          <a:cs typeface="+mn-cs"/>
        </a:defRPr>
      </a:lvl4pPr>
      <a:lvl5pPr marL="323880" algn="l" defTabSz="161940" rtl="0" eaLnBrk="1" latinLnBrk="0" hangingPunct="1">
        <a:defRPr sz="319" kern="1200">
          <a:solidFill>
            <a:schemeClr val="tx1"/>
          </a:solidFill>
          <a:latin typeface="+mn-lt"/>
          <a:ea typeface="+mn-ea"/>
          <a:cs typeface="+mn-cs"/>
        </a:defRPr>
      </a:lvl5pPr>
      <a:lvl6pPr marL="404851" algn="l" defTabSz="161940" rtl="0" eaLnBrk="1" latinLnBrk="0" hangingPunct="1">
        <a:defRPr sz="319" kern="1200">
          <a:solidFill>
            <a:schemeClr val="tx1"/>
          </a:solidFill>
          <a:latin typeface="+mn-lt"/>
          <a:ea typeface="+mn-ea"/>
          <a:cs typeface="+mn-cs"/>
        </a:defRPr>
      </a:lvl6pPr>
      <a:lvl7pPr marL="485821" algn="l" defTabSz="161940" rtl="0" eaLnBrk="1" latinLnBrk="0" hangingPunct="1">
        <a:defRPr sz="319" kern="1200">
          <a:solidFill>
            <a:schemeClr val="tx1"/>
          </a:solidFill>
          <a:latin typeface="+mn-lt"/>
          <a:ea typeface="+mn-ea"/>
          <a:cs typeface="+mn-cs"/>
        </a:defRPr>
      </a:lvl7pPr>
      <a:lvl8pPr marL="566791" algn="l" defTabSz="161940" rtl="0" eaLnBrk="1" latinLnBrk="0" hangingPunct="1">
        <a:defRPr sz="319" kern="1200">
          <a:solidFill>
            <a:schemeClr val="tx1"/>
          </a:solidFill>
          <a:latin typeface="+mn-lt"/>
          <a:ea typeface="+mn-ea"/>
          <a:cs typeface="+mn-cs"/>
        </a:defRPr>
      </a:lvl8pPr>
      <a:lvl9pPr marL="647761" algn="l" defTabSz="161940" rtl="0" eaLnBrk="1" latinLnBrk="0" hangingPunct="1">
        <a:defRPr sz="31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957C76F7-625C-087E-7AFF-F40A10E194FE}"/>
              </a:ext>
            </a:extLst>
          </p:cNvPr>
          <p:cNvGrpSpPr/>
          <p:nvPr/>
        </p:nvGrpSpPr>
        <p:grpSpPr>
          <a:xfrm>
            <a:off x="321620" y="287543"/>
            <a:ext cx="955995" cy="1027368"/>
            <a:chOff x="442912" y="442912"/>
            <a:chExt cx="1062842" cy="1142191"/>
          </a:xfrm>
        </p:grpSpPr>
        <p:sp>
          <p:nvSpPr>
            <p:cNvPr id="2" name="Rechteck 1">
              <a:extLst>
                <a:ext uri="{FF2B5EF4-FFF2-40B4-BE49-F238E27FC236}">
                  <a16:creationId xmlns:a16="http://schemas.microsoft.com/office/drawing/2014/main" id="{DF7A8CF8-1347-4441-64F7-ADE2BD420FE0}"/>
                </a:ext>
              </a:extLst>
            </p:cNvPr>
            <p:cNvSpPr/>
            <p:nvPr/>
          </p:nvSpPr>
          <p:spPr>
            <a:xfrm>
              <a:off x="442912" y="442912"/>
              <a:ext cx="914400" cy="914400"/>
            </a:xfrm>
            <a:prstGeom prst="rect">
              <a:avLst/>
            </a:prstGeom>
            <a:no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456">
                <a:ln w="12700">
                  <a:solidFill>
                    <a:schemeClr val="tx1"/>
                  </a:solidFill>
                </a:ln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Textfeld 2">
                  <a:extLst>
                    <a:ext uri="{FF2B5EF4-FFF2-40B4-BE49-F238E27FC236}">
                      <a16:creationId xmlns:a16="http://schemas.microsoft.com/office/drawing/2014/main" id="{84ADE052-8180-E5B2-F8B4-740A6F4DADED}"/>
                    </a:ext>
                  </a:extLst>
                </p:cNvPr>
                <p:cNvSpPr txBox="1"/>
                <p:nvPr/>
              </p:nvSpPr>
              <p:spPr>
                <a:xfrm>
                  <a:off x="1407734" y="823122"/>
                  <a:ext cx="98020" cy="15397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r>
                          <a:rPr lang="de-DE" sz="90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de-DE" sz="900" dirty="0"/>
                </a:p>
              </p:txBody>
            </p:sp>
          </mc:Choice>
          <mc:Fallback>
            <p:sp>
              <p:nvSpPr>
                <p:cNvPr id="3" name="Textfeld 2">
                  <a:extLst>
                    <a:ext uri="{FF2B5EF4-FFF2-40B4-BE49-F238E27FC236}">
                      <a16:creationId xmlns:a16="http://schemas.microsoft.com/office/drawing/2014/main" id="{84ADE052-8180-E5B2-F8B4-740A6F4DAD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7734" y="823122"/>
                  <a:ext cx="98020" cy="153978"/>
                </a:xfrm>
                <a:prstGeom prst="rect">
                  <a:avLst/>
                </a:prstGeom>
                <a:blipFill>
                  <a:blip r:embed="rId2"/>
                  <a:stretch>
                    <a:fillRect l="-33333" r="-33333" b="-4348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feld 4">
                  <a:extLst>
                    <a:ext uri="{FF2B5EF4-FFF2-40B4-BE49-F238E27FC236}">
                      <a16:creationId xmlns:a16="http://schemas.microsoft.com/office/drawing/2014/main" id="{FB6B57DC-DF93-D605-0483-14B4B4ED4B33}"/>
                    </a:ext>
                  </a:extLst>
                </p:cNvPr>
                <p:cNvSpPr txBox="1"/>
                <p:nvPr/>
              </p:nvSpPr>
              <p:spPr>
                <a:xfrm>
                  <a:off x="851102" y="1431125"/>
                  <a:ext cx="98020" cy="15397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de-DE" sz="90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de-DE" sz="900" dirty="0"/>
                </a:p>
              </p:txBody>
            </p:sp>
          </mc:Choice>
          <mc:Fallback>
            <p:sp>
              <p:nvSpPr>
                <p:cNvPr id="5" name="Textfeld 4">
                  <a:extLst>
                    <a:ext uri="{FF2B5EF4-FFF2-40B4-BE49-F238E27FC236}">
                      <a16:creationId xmlns:a16="http://schemas.microsoft.com/office/drawing/2014/main" id="{FB6B57DC-DF93-D605-0483-14B4B4ED4B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1102" y="1431125"/>
                  <a:ext cx="98020" cy="153978"/>
                </a:xfrm>
                <a:prstGeom prst="rect">
                  <a:avLst/>
                </a:prstGeom>
                <a:blipFill>
                  <a:blip r:embed="rId2"/>
                  <a:stretch>
                    <a:fillRect l="-35714" r="-42857" b="-4348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1C57B6DD-933F-3386-B65F-998660ECAB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2912" y="442912"/>
              <a:ext cx="914400" cy="9144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2A3C07E1-32E0-FAE7-FDD1-3AF3141F68D0}"/>
                    </a:ext>
                  </a:extLst>
                </p:cNvPr>
                <p:cNvSpPr txBox="1"/>
                <p:nvPr/>
              </p:nvSpPr>
              <p:spPr>
                <a:xfrm>
                  <a:off x="682040" y="729569"/>
                  <a:ext cx="182279" cy="17215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ad>
                          <m:radPr>
                            <m:degHide m:val="on"/>
                            <m:ctrlPr>
                              <a:rPr lang="de-DE" sz="9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de-DE" sz="9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oMath>
                    </m:oMathPara>
                  </a14:m>
                  <a:endParaRPr lang="de-DE" sz="900" dirty="0"/>
                </a:p>
              </p:txBody>
            </p:sp>
          </mc:Choice>
          <mc:Fallback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2A3C07E1-32E0-FAE7-FDD1-3AF3141F68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040" y="729569"/>
                  <a:ext cx="182279" cy="172158"/>
                </a:xfrm>
                <a:prstGeom prst="rect">
                  <a:avLst/>
                </a:prstGeom>
                <a:blipFill>
                  <a:blip r:embed="rId3"/>
                  <a:stretch>
                    <a:fillRect r="-18519" b="-3846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45506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</Words>
  <Application>Microsoft Office PowerPoint</Application>
  <PresentationFormat>Benutzerdefiniert</PresentationFormat>
  <Paragraphs>3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Dirk Ostwald</dc:creator>
  <cp:lastModifiedBy>Dirk Ostwald</cp:lastModifiedBy>
  <cp:revision>6</cp:revision>
  <dcterms:created xsi:type="dcterms:W3CDTF">2024-09-11T05:03:47Z</dcterms:created>
  <dcterms:modified xsi:type="dcterms:W3CDTF">2026-09-25T09:08:44Z</dcterms:modified>
</cp:coreProperties>
</file>