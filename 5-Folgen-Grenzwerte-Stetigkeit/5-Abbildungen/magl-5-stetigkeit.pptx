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67995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36" autoAdjust="0"/>
    <p:restoredTop sz="94660"/>
  </p:normalViewPr>
  <p:slideViewPr>
    <p:cSldViewPr snapToGrid="0">
      <p:cViewPr varScale="1">
        <p:scale>
          <a:sx n="253" d="100"/>
          <a:sy n="253" d="100"/>
        </p:scale>
        <p:origin x="143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994" y="471289"/>
            <a:ext cx="3509963" cy="1002571"/>
          </a:xfrm>
        </p:spPr>
        <p:txBody>
          <a:bodyPr anchor="b"/>
          <a:lstStyle>
            <a:lvl1pPr algn="ctr">
              <a:defRPr sz="230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1512522"/>
            <a:ext cx="3509963" cy="695267"/>
          </a:xfrm>
        </p:spPr>
        <p:txBody>
          <a:bodyPr/>
          <a:lstStyle>
            <a:lvl1pPr marL="0" indent="0" algn="ctr">
              <a:buNone/>
              <a:defRPr sz="921"/>
            </a:lvl1pPr>
            <a:lvl2pPr marL="175519" indent="0" algn="ctr">
              <a:buNone/>
              <a:defRPr sz="768"/>
            </a:lvl2pPr>
            <a:lvl3pPr marL="351038" indent="0" algn="ctr">
              <a:buNone/>
              <a:defRPr sz="691"/>
            </a:lvl3pPr>
            <a:lvl4pPr marL="526557" indent="0" algn="ctr">
              <a:buNone/>
              <a:defRPr sz="614"/>
            </a:lvl4pPr>
            <a:lvl5pPr marL="702076" indent="0" algn="ctr">
              <a:buNone/>
              <a:defRPr sz="614"/>
            </a:lvl5pPr>
            <a:lvl6pPr marL="877595" indent="0" algn="ctr">
              <a:buNone/>
              <a:defRPr sz="614"/>
            </a:lvl6pPr>
            <a:lvl7pPr marL="1053114" indent="0" algn="ctr">
              <a:buNone/>
              <a:defRPr sz="614"/>
            </a:lvl7pPr>
            <a:lvl8pPr marL="1228634" indent="0" algn="ctr">
              <a:buNone/>
              <a:defRPr sz="614"/>
            </a:lvl8pPr>
            <a:lvl9pPr marL="1404153" indent="0" algn="ctr">
              <a:buNone/>
              <a:defRPr sz="61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83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94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717932"/>
            <a:ext cx="4036457" cy="1197885"/>
          </a:xfrm>
        </p:spPr>
        <p:txBody>
          <a:bodyPr anchor="b"/>
          <a:lstStyle>
            <a:lvl1pPr>
              <a:defRPr sz="230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1927150"/>
            <a:ext cx="4036457" cy="629940"/>
          </a:xfrm>
        </p:spPr>
        <p:txBody>
          <a:bodyPr/>
          <a:lstStyle>
            <a:lvl1pPr marL="0" indent="0">
              <a:buNone/>
              <a:defRPr sz="921">
                <a:solidFill>
                  <a:schemeClr val="tx1">
                    <a:tint val="82000"/>
                  </a:schemeClr>
                </a:solidFill>
              </a:defRPr>
            </a:lvl1pPr>
            <a:lvl2pPr marL="175519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2pPr>
            <a:lvl3pPr marL="351038" indent="0">
              <a:buNone/>
              <a:defRPr sz="691">
                <a:solidFill>
                  <a:schemeClr val="tx1">
                    <a:tint val="82000"/>
                  </a:schemeClr>
                </a:solidFill>
              </a:defRPr>
            </a:lvl3pPr>
            <a:lvl4pPr marL="526557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4pPr>
            <a:lvl5pPr marL="702076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5pPr>
            <a:lvl6pPr marL="877595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6pPr>
            <a:lvl7pPr marL="1053114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7pPr>
            <a:lvl8pPr marL="1228634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8pPr>
            <a:lvl9pPr marL="1404153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14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766593"/>
            <a:ext cx="1988979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766593"/>
            <a:ext cx="1988979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0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53319"/>
            <a:ext cx="4036457" cy="556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6" y="705933"/>
            <a:ext cx="1979838" cy="345967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5519" indent="0">
              <a:buNone/>
              <a:defRPr sz="768" b="1"/>
            </a:lvl2pPr>
            <a:lvl3pPr marL="351038" indent="0">
              <a:buNone/>
              <a:defRPr sz="691" b="1"/>
            </a:lvl3pPr>
            <a:lvl4pPr marL="526557" indent="0">
              <a:buNone/>
              <a:defRPr sz="614" b="1"/>
            </a:lvl4pPr>
            <a:lvl5pPr marL="702076" indent="0">
              <a:buNone/>
              <a:defRPr sz="614" b="1"/>
            </a:lvl5pPr>
            <a:lvl6pPr marL="877595" indent="0">
              <a:buNone/>
              <a:defRPr sz="614" b="1"/>
            </a:lvl6pPr>
            <a:lvl7pPr marL="1053114" indent="0">
              <a:buNone/>
              <a:defRPr sz="614" b="1"/>
            </a:lvl7pPr>
            <a:lvl8pPr marL="1228634" indent="0">
              <a:buNone/>
              <a:defRPr sz="614" b="1"/>
            </a:lvl8pPr>
            <a:lvl9pPr marL="1404153" indent="0">
              <a:buNone/>
              <a:defRPr sz="61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6" y="1051899"/>
            <a:ext cx="1979838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705933"/>
            <a:ext cx="1989588" cy="345967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5519" indent="0">
              <a:buNone/>
              <a:defRPr sz="768" b="1"/>
            </a:lvl2pPr>
            <a:lvl3pPr marL="351038" indent="0">
              <a:buNone/>
              <a:defRPr sz="691" b="1"/>
            </a:lvl3pPr>
            <a:lvl4pPr marL="526557" indent="0">
              <a:buNone/>
              <a:defRPr sz="614" b="1"/>
            </a:lvl4pPr>
            <a:lvl5pPr marL="702076" indent="0">
              <a:buNone/>
              <a:defRPr sz="614" b="1"/>
            </a:lvl5pPr>
            <a:lvl6pPr marL="877595" indent="0">
              <a:buNone/>
              <a:defRPr sz="614" b="1"/>
            </a:lvl6pPr>
            <a:lvl7pPr marL="1053114" indent="0">
              <a:buNone/>
              <a:defRPr sz="614" b="1"/>
            </a:lvl7pPr>
            <a:lvl8pPr marL="1228634" indent="0">
              <a:buNone/>
              <a:defRPr sz="614" b="1"/>
            </a:lvl8pPr>
            <a:lvl9pPr marL="1404153" indent="0">
              <a:buNone/>
              <a:defRPr sz="61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1051899"/>
            <a:ext cx="1989588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76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1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33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91982"/>
            <a:ext cx="1509406" cy="671936"/>
          </a:xfrm>
        </p:spPr>
        <p:txBody>
          <a:bodyPr anchor="b"/>
          <a:lstStyle>
            <a:lvl1pPr>
              <a:defRPr sz="122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414627"/>
            <a:ext cx="2369225" cy="2046471"/>
          </a:xfrm>
        </p:spPr>
        <p:txBody>
          <a:bodyPr/>
          <a:lstStyle>
            <a:lvl1pPr>
              <a:defRPr sz="1228"/>
            </a:lvl1pPr>
            <a:lvl2pPr>
              <a:defRPr sz="1075"/>
            </a:lvl2pPr>
            <a:lvl3pPr>
              <a:defRPr sz="921"/>
            </a:lvl3pPr>
            <a:lvl4pPr>
              <a:defRPr sz="768"/>
            </a:lvl4pPr>
            <a:lvl5pPr>
              <a:defRPr sz="768"/>
            </a:lvl5pPr>
            <a:lvl6pPr>
              <a:defRPr sz="768"/>
            </a:lvl6pPr>
            <a:lvl7pPr>
              <a:defRPr sz="768"/>
            </a:lvl7pPr>
            <a:lvl8pPr>
              <a:defRPr sz="768"/>
            </a:lvl8pPr>
            <a:lvl9pPr>
              <a:defRPr sz="76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863918"/>
            <a:ext cx="1509406" cy="1600514"/>
          </a:xfrm>
        </p:spPr>
        <p:txBody>
          <a:bodyPr/>
          <a:lstStyle>
            <a:lvl1pPr marL="0" indent="0">
              <a:buNone/>
              <a:defRPr sz="614"/>
            </a:lvl1pPr>
            <a:lvl2pPr marL="175519" indent="0">
              <a:buNone/>
              <a:defRPr sz="537"/>
            </a:lvl2pPr>
            <a:lvl3pPr marL="351038" indent="0">
              <a:buNone/>
              <a:defRPr sz="461"/>
            </a:lvl3pPr>
            <a:lvl4pPr marL="526557" indent="0">
              <a:buNone/>
              <a:defRPr sz="384"/>
            </a:lvl4pPr>
            <a:lvl5pPr marL="702076" indent="0">
              <a:buNone/>
              <a:defRPr sz="384"/>
            </a:lvl5pPr>
            <a:lvl6pPr marL="877595" indent="0">
              <a:buNone/>
              <a:defRPr sz="384"/>
            </a:lvl6pPr>
            <a:lvl7pPr marL="1053114" indent="0">
              <a:buNone/>
              <a:defRPr sz="384"/>
            </a:lvl7pPr>
            <a:lvl8pPr marL="1228634" indent="0">
              <a:buNone/>
              <a:defRPr sz="384"/>
            </a:lvl8pPr>
            <a:lvl9pPr marL="1404153" indent="0">
              <a:buNone/>
              <a:defRPr sz="3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44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91982"/>
            <a:ext cx="1509406" cy="671936"/>
          </a:xfrm>
        </p:spPr>
        <p:txBody>
          <a:bodyPr anchor="b"/>
          <a:lstStyle>
            <a:lvl1pPr>
              <a:defRPr sz="122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414627"/>
            <a:ext cx="2369225" cy="2046471"/>
          </a:xfrm>
        </p:spPr>
        <p:txBody>
          <a:bodyPr anchor="t"/>
          <a:lstStyle>
            <a:lvl1pPr marL="0" indent="0">
              <a:buNone/>
              <a:defRPr sz="1228"/>
            </a:lvl1pPr>
            <a:lvl2pPr marL="175519" indent="0">
              <a:buNone/>
              <a:defRPr sz="1075"/>
            </a:lvl2pPr>
            <a:lvl3pPr marL="351038" indent="0">
              <a:buNone/>
              <a:defRPr sz="921"/>
            </a:lvl3pPr>
            <a:lvl4pPr marL="526557" indent="0">
              <a:buNone/>
              <a:defRPr sz="768"/>
            </a:lvl4pPr>
            <a:lvl5pPr marL="702076" indent="0">
              <a:buNone/>
              <a:defRPr sz="768"/>
            </a:lvl5pPr>
            <a:lvl6pPr marL="877595" indent="0">
              <a:buNone/>
              <a:defRPr sz="768"/>
            </a:lvl6pPr>
            <a:lvl7pPr marL="1053114" indent="0">
              <a:buNone/>
              <a:defRPr sz="768"/>
            </a:lvl7pPr>
            <a:lvl8pPr marL="1228634" indent="0">
              <a:buNone/>
              <a:defRPr sz="768"/>
            </a:lvl8pPr>
            <a:lvl9pPr marL="1404153" indent="0">
              <a:buNone/>
              <a:defRPr sz="76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863918"/>
            <a:ext cx="1509406" cy="1600514"/>
          </a:xfrm>
        </p:spPr>
        <p:txBody>
          <a:bodyPr/>
          <a:lstStyle>
            <a:lvl1pPr marL="0" indent="0">
              <a:buNone/>
              <a:defRPr sz="614"/>
            </a:lvl1pPr>
            <a:lvl2pPr marL="175519" indent="0">
              <a:buNone/>
              <a:defRPr sz="537"/>
            </a:lvl2pPr>
            <a:lvl3pPr marL="351038" indent="0">
              <a:buNone/>
              <a:defRPr sz="461"/>
            </a:lvl3pPr>
            <a:lvl4pPr marL="526557" indent="0">
              <a:buNone/>
              <a:defRPr sz="384"/>
            </a:lvl4pPr>
            <a:lvl5pPr marL="702076" indent="0">
              <a:buNone/>
              <a:defRPr sz="384"/>
            </a:lvl5pPr>
            <a:lvl6pPr marL="877595" indent="0">
              <a:buNone/>
              <a:defRPr sz="384"/>
            </a:lvl6pPr>
            <a:lvl7pPr marL="1053114" indent="0">
              <a:buNone/>
              <a:defRPr sz="384"/>
            </a:lvl7pPr>
            <a:lvl8pPr marL="1228634" indent="0">
              <a:buNone/>
              <a:defRPr sz="384"/>
            </a:lvl8pPr>
            <a:lvl9pPr marL="1404153" indent="0">
              <a:buNone/>
              <a:defRPr sz="3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940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89" y="153319"/>
            <a:ext cx="1009114" cy="244043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153319"/>
            <a:ext cx="2968843" cy="24404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153319"/>
            <a:ext cx="4036457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766593"/>
            <a:ext cx="4036457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2669079"/>
            <a:ext cx="105298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DEAE2-FC02-458F-97F0-94AA5692BFD8}" type="datetimeFigureOut">
              <a:rPr lang="de-DE" smtClean="0"/>
              <a:t>05.10.2026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2669079"/>
            <a:ext cx="157948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2669079"/>
            <a:ext cx="105298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8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51038" rtl="0" eaLnBrk="1" latinLnBrk="0" hangingPunct="1">
        <a:lnSpc>
          <a:spcPct val="90000"/>
        </a:lnSpc>
        <a:spcBef>
          <a:spcPct val="0"/>
        </a:spcBef>
        <a:buNone/>
        <a:defRPr sz="16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7760" indent="-87760" algn="l" defTabSz="35103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1pPr>
      <a:lvl2pPr marL="263279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2pPr>
      <a:lvl3pPr marL="438798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614317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4pPr>
      <a:lvl5pPr marL="789836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5pPr>
      <a:lvl6pPr marL="965355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6pPr>
      <a:lvl7pPr marL="1140874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7pPr>
      <a:lvl8pPr marL="1316393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8pPr>
      <a:lvl9pPr marL="1491912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1pPr>
      <a:lvl2pPr marL="175519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2pPr>
      <a:lvl3pPr marL="351038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3pPr>
      <a:lvl4pPr marL="526557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4pPr>
      <a:lvl5pPr marL="702076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5pPr>
      <a:lvl6pPr marL="877595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6pPr>
      <a:lvl7pPr marL="1053114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7pPr>
      <a:lvl8pPr marL="1228634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8pPr>
      <a:lvl9pPr marL="1404153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D71EEE7-C0AD-0506-A024-F8A1CF97C14C}"/>
              </a:ext>
            </a:extLst>
          </p:cNvPr>
          <p:cNvSpPr/>
          <p:nvPr/>
        </p:nvSpPr>
        <p:spPr>
          <a:xfrm>
            <a:off x="1099788" y="767658"/>
            <a:ext cx="3112167" cy="93599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FB78064-92D0-2F16-8D39-E301BBCC57DF}"/>
              </a:ext>
            </a:extLst>
          </p:cNvPr>
          <p:cNvSpPr/>
          <p:nvPr/>
        </p:nvSpPr>
        <p:spPr>
          <a:xfrm>
            <a:off x="1731582" y="350996"/>
            <a:ext cx="1310385" cy="1754981"/>
          </a:xfrm>
          <a:prstGeom prst="rect">
            <a:avLst/>
          </a:prstGeom>
          <a:solidFill>
            <a:schemeClr val="bg1">
              <a:lumMod val="95000"/>
              <a:alpha val="6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51BF0BC-58A0-FD54-4C84-E1C0A305788E}"/>
              </a:ext>
            </a:extLst>
          </p:cNvPr>
          <p:cNvCxnSpPr/>
          <p:nvPr/>
        </p:nvCxnSpPr>
        <p:spPr>
          <a:xfrm>
            <a:off x="1006189" y="2105977"/>
            <a:ext cx="3275965" cy="0"/>
          </a:xfrm>
          <a:prstGeom prst="line">
            <a:avLst/>
          </a:prstGeom>
          <a:ln w="8255">
            <a:solidFill>
              <a:srgbClr val="000000"/>
            </a:solidFill>
            <a:prstDash val="solid"/>
            <a:headEnd type="none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FD6CE28-D9EE-FB57-F027-1001D1B929FF}"/>
              </a:ext>
            </a:extLst>
          </p:cNvPr>
          <p:cNvCxnSpPr/>
          <p:nvPr/>
        </p:nvCxnSpPr>
        <p:spPr>
          <a:xfrm flipV="1">
            <a:off x="1099788" y="257397"/>
            <a:ext cx="0" cy="1942180"/>
          </a:xfrm>
          <a:prstGeom prst="line">
            <a:avLst/>
          </a:prstGeom>
          <a:ln w="8255">
            <a:solidFill>
              <a:srgbClr val="000000"/>
            </a:solidFill>
            <a:prstDash val="solid"/>
            <a:headEnd type="none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A51CC2B-CF48-20A9-D6A8-524DBB5A48A2}"/>
              </a:ext>
            </a:extLst>
          </p:cNvPr>
          <p:cNvCxnSpPr/>
          <p:nvPr/>
        </p:nvCxnSpPr>
        <p:spPr>
          <a:xfrm>
            <a:off x="1731582" y="350996"/>
            <a:ext cx="0" cy="1754981"/>
          </a:xfrm>
          <a:prstGeom prst="line">
            <a:avLst/>
          </a:prstGeom>
          <a:ln w="7620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BC9D468-DB36-1991-46EA-DCDEF0ED3C99}"/>
              </a:ext>
            </a:extLst>
          </p:cNvPr>
          <p:cNvCxnSpPr/>
          <p:nvPr/>
        </p:nvCxnSpPr>
        <p:spPr>
          <a:xfrm>
            <a:off x="3041967" y="350996"/>
            <a:ext cx="0" cy="1754981"/>
          </a:xfrm>
          <a:prstGeom prst="line">
            <a:avLst/>
          </a:prstGeom>
          <a:ln w="7620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F9395F6-5095-AF80-2B6A-3A24666AAE8C}"/>
              </a:ext>
            </a:extLst>
          </p:cNvPr>
          <p:cNvCxnSpPr/>
          <p:nvPr/>
        </p:nvCxnSpPr>
        <p:spPr>
          <a:xfrm>
            <a:off x="1099788" y="767658"/>
            <a:ext cx="3112167" cy="0"/>
          </a:xfrm>
          <a:prstGeom prst="line">
            <a:avLst/>
          </a:prstGeom>
          <a:ln w="7620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ABEAF47-78F6-470F-4ADF-DB062C282A41}"/>
              </a:ext>
            </a:extLst>
          </p:cNvPr>
          <p:cNvCxnSpPr/>
          <p:nvPr/>
        </p:nvCxnSpPr>
        <p:spPr>
          <a:xfrm>
            <a:off x="1099788" y="1703648"/>
            <a:ext cx="3112167" cy="0"/>
          </a:xfrm>
          <a:prstGeom prst="line">
            <a:avLst/>
          </a:prstGeom>
          <a:ln w="7620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A5D30F9-2E92-BB7A-56C2-A96F3681FAA0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1099788" y="1235653"/>
            <a:ext cx="3112167" cy="0"/>
          </a:xfrm>
          <a:prstGeom prst="line">
            <a:avLst/>
          </a:prstGeom>
          <a:ln w="5715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C00A6D7-5734-50CB-9757-37CF88A9F52B}"/>
              </a:ext>
            </a:extLst>
          </p:cNvPr>
          <p:cNvCxnSpPr>
            <a:cxnSpLocks/>
          </p:cNvCxnSpPr>
          <p:nvPr/>
        </p:nvCxnSpPr>
        <p:spPr>
          <a:xfrm flipV="1">
            <a:off x="1099788" y="1010869"/>
            <a:ext cx="3112167" cy="9132"/>
          </a:xfrm>
          <a:prstGeom prst="line">
            <a:avLst/>
          </a:prstGeom>
          <a:ln w="5715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3A7E41D6-764A-044E-3572-1739375D6580}"/>
              </a:ext>
            </a:extLst>
          </p:cNvPr>
          <p:cNvCxnSpPr/>
          <p:nvPr/>
        </p:nvCxnSpPr>
        <p:spPr>
          <a:xfrm>
            <a:off x="2386774" y="1235653"/>
            <a:ext cx="0" cy="870324"/>
          </a:xfrm>
          <a:prstGeom prst="line">
            <a:avLst/>
          </a:prstGeom>
          <a:ln w="5715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B145184-5C15-EF14-3496-F4B0D0BACE54}"/>
              </a:ext>
            </a:extLst>
          </p:cNvPr>
          <p:cNvCxnSpPr/>
          <p:nvPr/>
        </p:nvCxnSpPr>
        <p:spPr>
          <a:xfrm>
            <a:off x="2807970" y="1020001"/>
            <a:ext cx="0" cy="1085976"/>
          </a:xfrm>
          <a:prstGeom prst="line">
            <a:avLst/>
          </a:prstGeom>
          <a:ln w="5715">
            <a:solidFill>
              <a:schemeClr val="bg1">
                <a:lumMod val="75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6ADADB8-7B36-E9E4-BAE6-1DDC5B9B224D}"/>
              </a:ext>
            </a:extLst>
          </p:cNvPr>
          <p:cNvCxnSpPr/>
          <p:nvPr/>
        </p:nvCxnSpPr>
        <p:spPr>
          <a:xfrm>
            <a:off x="2386774" y="2363375"/>
            <a:ext cx="421196" cy="0"/>
          </a:xfrm>
          <a:prstGeom prst="line">
            <a:avLst/>
          </a:prstGeom>
          <a:ln w="7620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6A060D5-62A8-0663-3A18-9935277D8E98}"/>
              </a:ext>
            </a:extLst>
          </p:cNvPr>
          <p:cNvCxnSpPr/>
          <p:nvPr/>
        </p:nvCxnSpPr>
        <p:spPr>
          <a:xfrm>
            <a:off x="1731582" y="2597372"/>
            <a:ext cx="655192" cy="0"/>
          </a:xfrm>
          <a:prstGeom prst="line">
            <a:avLst/>
          </a:prstGeom>
          <a:ln w="7620">
            <a:solidFill>
              <a:schemeClr val="tx1"/>
            </a:solidFill>
            <a:prstDash val="solid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A72DBF7-B239-B31A-822B-B4E40A048170}"/>
              </a:ext>
            </a:extLst>
          </p:cNvPr>
          <p:cNvCxnSpPr/>
          <p:nvPr/>
        </p:nvCxnSpPr>
        <p:spPr>
          <a:xfrm>
            <a:off x="2386774" y="2597372"/>
            <a:ext cx="655193" cy="0"/>
          </a:xfrm>
          <a:prstGeom prst="line">
            <a:avLst/>
          </a:prstGeom>
          <a:ln w="7620">
            <a:solidFill>
              <a:schemeClr val="tx1"/>
            </a:solidFill>
            <a:prstDash val="solid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F48A4663-D0E3-716E-DC14-41D679911539}"/>
              </a:ext>
            </a:extLst>
          </p:cNvPr>
          <p:cNvCxnSpPr/>
          <p:nvPr/>
        </p:nvCxnSpPr>
        <p:spPr>
          <a:xfrm>
            <a:off x="3593677" y="1020001"/>
            <a:ext cx="0" cy="215652"/>
          </a:xfrm>
          <a:prstGeom prst="line">
            <a:avLst/>
          </a:prstGeom>
          <a:ln w="7620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E37A953-D117-1650-F467-62789970E2B5}"/>
              </a:ext>
            </a:extLst>
          </p:cNvPr>
          <p:cNvCxnSpPr/>
          <p:nvPr/>
        </p:nvCxnSpPr>
        <p:spPr>
          <a:xfrm>
            <a:off x="4470950" y="767658"/>
            <a:ext cx="0" cy="467995"/>
          </a:xfrm>
          <a:prstGeom prst="line">
            <a:avLst/>
          </a:prstGeom>
          <a:ln w="7620">
            <a:solidFill>
              <a:srgbClr val="B43628"/>
            </a:solidFill>
            <a:prstDash val="solid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0467A7D-A9B8-0F93-65E7-7E782580EF5E}"/>
              </a:ext>
            </a:extLst>
          </p:cNvPr>
          <p:cNvCxnSpPr/>
          <p:nvPr/>
        </p:nvCxnSpPr>
        <p:spPr>
          <a:xfrm>
            <a:off x="4470950" y="1235653"/>
            <a:ext cx="0" cy="467995"/>
          </a:xfrm>
          <a:prstGeom prst="line">
            <a:avLst/>
          </a:prstGeom>
          <a:ln w="7620">
            <a:solidFill>
              <a:srgbClr val="B43628"/>
            </a:solidFill>
            <a:prstDash val="solid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52563E52-7259-E4F1-8D29-897ED42555C4}"/>
              </a:ext>
            </a:extLst>
          </p:cNvPr>
          <p:cNvSpPr/>
          <p:nvPr/>
        </p:nvSpPr>
        <p:spPr>
          <a:xfrm>
            <a:off x="1099788" y="562179"/>
            <a:ext cx="3041969" cy="1543799"/>
          </a:xfrm>
          <a:custGeom>
            <a:avLst/>
            <a:gdLst/>
            <a:ahLst/>
            <a:cxnLst/>
            <a:rect l="0" t="0" r="0" b="0"/>
            <a:pathLst>
              <a:path w="3041969" h="1543799">
                <a:moveTo>
                  <a:pt x="0" y="1543798"/>
                </a:moveTo>
                <a:lnTo>
                  <a:pt x="23400" y="1525131"/>
                </a:lnTo>
                <a:lnTo>
                  <a:pt x="46800" y="1506570"/>
                </a:lnTo>
                <a:lnTo>
                  <a:pt x="70200" y="1488113"/>
                </a:lnTo>
                <a:lnTo>
                  <a:pt x="93599" y="1469762"/>
                </a:lnTo>
                <a:lnTo>
                  <a:pt x="116999" y="1451516"/>
                </a:lnTo>
                <a:lnTo>
                  <a:pt x="140399" y="1433375"/>
                </a:lnTo>
                <a:lnTo>
                  <a:pt x="163799" y="1415340"/>
                </a:lnTo>
                <a:lnTo>
                  <a:pt x="187198" y="1397410"/>
                </a:lnTo>
                <a:lnTo>
                  <a:pt x="210598" y="1379585"/>
                </a:lnTo>
                <a:lnTo>
                  <a:pt x="233998" y="1361865"/>
                </a:lnTo>
                <a:lnTo>
                  <a:pt x="257397" y="1344251"/>
                </a:lnTo>
                <a:lnTo>
                  <a:pt x="280797" y="1326742"/>
                </a:lnTo>
                <a:lnTo>
                  <a:pt x="304197" y="1309339"/>
                </a:lnTo>
                <a:lnTo>
                  <a:pt x="327597" y="1292041"/>
                </a:lnTo>
                <a:lnTo>
                  <a:pt x="350997" y="1274848"/>
                </a:lnTo>
                <a:lnTo>
                  <a:pt x="374396" y="1257760"/>
                </a:lnTo>
                <a:lnTo>
                  <a:pt x="397796" y="1240778"/>
                </a:lnTo>
                <a:lnTo>
                  <a:pt x="421196" y="1223901"/>
                </a:lnTo>
                <a:lnTo>
                  <a:pt x="444596" y="1207129"/>
                </a:lnTo>
                <a:lnTo>
                  <a:pt x="467995" y="1190462"/>
                </a:lnTo>
                <a:lnTo>
                  <a:pt x="491395" y="1173901"/>
                </a:lnTo>
                <a:lnTo>
                  <a:pt x="514795" y="1157445"/>
                </a:lnTo>
                <a:lnTo>
                  <a:pt x="538195" y="1141095"/>
                </a:lnTo>
                <a:lnTo>
                  <a:pt x="561594" y="1124849"/>
                </a:lnTo>
                <a:lnTo>
                  <a:pt x="584994" y="1108709"/>
                </a:lnTo>
                <a:lnTo>
                  <a:pt x="608394" y="1092675"/>
                </a:lnTo>
                <a:lnTo>
                  <a:pt x="631794" y="1076745"/>
                </a:lnTo>
                <a:lnTo>
                  <a:pt x="655193" y="1060921"/>
                </a:lnTo>
                <a:lnTo>
                  <a:pt x="678593" y="1045202"/>
                </a:lnTo>
                <a:lnTo>
                  <a:pt x="701993" y="1029589"/>
                </a:lnTo>
                <a:lnTo>
                  <a:pt x="725392" y="1014081"/>
                </a:lnTo>
                <a:lnTo>
                  <a:pt x="748792" y="998678"/>
                </a:lnTo>
                <a:lnTo>
                  <a:pt x="772192" y="983380"/>
                </a:lnTo>
                <a:lnTo>
                  <a:pt x="795592" y="968188"/>
                </a:lnTo>
                <a:lnTo>
                  <a:pt x="818992" y="953101"/>
                </a:lnTo>
                <a:lnTo>
                  <a:pt x="842391" y="938119"/>
                </a:lnTo>
                <a:lnTo>
                  <a:pt x="865791" y="923243"/>
                </a:lnTo>
                <a:lnTo>
                  <a:pt x="889191" y="908472"/>
                </a:lnTo>
                <a:lnTo>
                  <a:pt x="912591" y="893806"/>
                </a:lnTo>
                <a:lnTo>
                  <a:pt x="935990" y="879246"/>
                </a:lnTo>
                <a:lnTo>
                  <a:pt x="959390" y="864790"/>
                </a:lnTo>
                <a:lnTo>
                  <a:pt x="982790" y="850440"/>
                </a:lnTo>
                <a:lnTo>
                  <a:pt x="1006189" y="836196"/>
                </a:lnTo>
                <a:lnTo>
                  <a:pt x="1029589" y="822057"/>
                </a:lnTo>
                <a:lnTo>
                  <a:pt x="1052989" y="808023"/>
                </a:lnTo>
                <a:lnTo>
                  <a:pt x="1076389" y="794094"/>
                </a:lnTo>
                <a:lnTo>
                  <a:pt x="1099789" y="780271"/>
                </a:lnTo>
                <a:lnTo>
                  <a:pt x="1123188" y="766552"/>
                </a:lnTo>
                <a:lnTo>
                  <a:pt x="1146588" y="752940"/>
                </a:lnTo>
                <a:lnTo>
                  <a:pt x="1169988" y="739432"/>
                </a:lnTo>
                <a:lnTo>
                  <a:pt x="1193388" y="726030"/>
                </a:lnTo>
                <a:lnTo>
                  <a:pt x="1216787" y="712733"/>
                </a:lnTo>
                <a:lnTo>
                  <a:pt x="1240187" y="699541"/>
                </a:lnTo>
                <a:lnTo>
                  <a:pt x="1263587" y="686455"/>
                </a:lnTo>
                <a:lnTo>
                  <a:pt x="1286986" y="673474"/>
                </a:lnTo>
                <a:lnTo>
                  <a:pt x="1310386" y="660598"/>
                </a:lnTo>
                <a:lnTo>
                  <a:pt x="1333786" y="647828"/>
                </a:lnTo>
                <a:lnTo>
                  <a:pt x="1357186" y="635163"/>
                </a:lnTo>
                <a:lnTo>
                  <a:pt x="1380585" y="622603"/>
                </a:lnTo>
                <a:lnTo>
                  <a:pt x="1403985" y="610148"/>
                </a:lnTo>
                <a:lnTo>
                  <a:pt x="1427385" y="597799"/>
                </a:lnTo>
                <a:lnTo>
                  <a:pt x="1450785" y="585555"/>
                </a:lnTo>
                <a:lnTo>
                  <a:pt x="1474185" y="573417"/>
                </a:lnTo>
                <a:lnTo>
                  <a:pt x="1497584" y="561383"/>
                </a:lnTo>
                <a:lnTo>
                  <a:pt x="1520984" y="549455"/>
                </a:lnTo>
                <a:lnTo>
                  <a:pt x="1544384" y="537633"/>
                </a:lnTo>
                <a:lnTo>
                  <a:pt x="1567783" y="525915"/>
                </a:lnTo>
                <a:lnTo>
                  <a:pt x="1591183" y="514303"/>
                </a:lnTo>
                <a:lnTo>
                  <a:pt x="1614583" y="502796"/>
                </a:lnTo>
                <a:lnTo>
                  <a:pt x="1637983" y="491395"/>
                </a:lnTo>
                <a:lnTo>
                  <a:pt x="1661382" y="480099"/>
                </a:lnTo>
                <a:lnTo>
                  <a:pt x="1684782" y="468908"/>
                </a:lnTo>
                <a:lnTo>
                  <a:pt x="1708182" y="457822"/>
                </a:lnTo>
                <a:lnTo>
                  <a:pt x="1731582" y="446842"/>
                </a:lnTo>
                <a:lnTo>
                  <a:pt x="1754982" y="435967"/>
                </a:lnTo>
                <a:lnTo>
                  <a:pt x="1778381" y="425197"/>
                </a:lnTo>
                <a:lnTo>
                  <a:pt x="1801781" y="414532"/>
                </a:lnTo>
                <a:lnTo>
                  <a:pt x="1825181" y="403973"/>
                </a:lnTo>
                <a:lnTo>
                  <a:pt x="1848580" y="393519"/>
                </a:lnTo>
                <a:lnTo>
                  <a:pt x="1871980" y="383171"/>
                </a:lnTo>
                <a:lnTo>
                  <a:pt x="1895380" y="372928"/>
                </a:lnTo>
                <a:lnTo>
                  <a:pt x="1918780" y="362790"/>
                </a:lnTo>
                <a:lnTo>
                  <a:pt x="1942179" y="352757"/>
                </a:lnTo>
                <a:lnTo>
                  <a:pt x="1965579" y="342830"/>
                </a:lnTo>
                <a:lnTo>
                  <a:pt x="1988979" y="333008"/>
                </a:lnTo>
                <a:lnTo>
                  <a:pt x="2012379" y="323291"/>
                </a:lnTo>
                <a:lnTo>
                  <a:pt x="2035779" y="313679"/>
                </a:lnTo>
                <a:lnTo>
                  <a:pt x="2059178" y="304173"/>
                </a:lnTo>
                <a:lnTo>
                  <a:pt x="2082578" y="294772"/>
                </a:lnTo>
                <a:lnTo>
                  <a:pt x="2105978" y="285477"/>
                </a:lnTo>
                <a:lnTo>
                  <a:pt x="2129377" y="276287"/>
                </a:lnTo>
                <a:lnTo>
                  <a:pt x="2152777" y="267202"/>
                </a:lnTo>
                <a:lnTo>
                  <a:pt x="2176177" y="258222"/>
                </a:lnTo>
                <a:lnTo>
                  <a:pt x="2199577" y="249348"/>
                </a:lnTo>
                <a:lnTo>
                  <a:pt x="2222977" y="240579"/>
                </a:lnTo>
                <a:lnTo>
                  <a:pt x="2246376" y="231915"/>
                </a:lnTo>
                <a:lnTo>
                  <a:pt x="2269776" y="223356"/>
                </a:lnTo>
                <a:lnTo>
                  <a:pt x="2293176" y="214903"/>
                </a:lnTo>
                <a:lnTo>
                  <a:pt x="2316576" y="206555"/>
                </a:lnTo>
                <a:lnTo>
                  <a:pt x="2339975" y="198313"/>
                </a:lnTo>
                <a:lnTo>
                  <a:pt x="2363375" y="190176"/>
                </a:lnTo>
                <a:lnTo>
                  <a:pt x="2386775" y="182144"/>
                </a:lnTo>
                <a:lnTo>
                  <a:pt x="2410175" y="174217"/>
                </a:lnTo>
                <a:lnTo>
                  <a:pt x="2433574" y="166396"/>
                </a:lnTo>
                <a:lnTo>
                  <a:pt x="2456974" y="158680"/>
                </a:lnTo>
                <a:lnTo>
                  <a:pt x="2480374" y="151069"/>
                </a:lnTo>
                <a:lnTo>
                  <a:pt x="2503773" y="143563"/>
                </a:lnTo>
                <a:lnTo>
                  <a:pt x="2527173" y="136163"/>
                </a:lnTo>
                <a:lnTo>
                  <a:pt x="2550573" y="128868"/>
                </a:lnTo>
                <a:lnTo>
                  <a:pt x="2573973" y="121679"/>
                </a:lnTo>
                <a:lnTo>
                  <a:pt x="2597372" y="114594"/>
                </a:lnTo>
                <a:lnTo>
                  <a:pt x="2620772" y="107615"/>
                </a:lnTo>
                <a:lnTo>
                  <a:pt x="2644172" y="100742"/>
                </a:lnTo>
                <a:lnTo>
                  <a:pt x="2667572" y="93973"/>
                </a:lnTo>
                <a:lnTo>
                  <a:pt x="2690971" y="87310"/>
                </a:lnTo>
                <a:lnTo>
                  <a:pt x="2714371" y="80753"/>
                </a:lnTo>
                <a:lnTo>
                  <a:pt x="2737771" y="74300"/>
                </a:lnTo>
                <a:lnTo>
                  <a:pt x="2761171" y="67953"/>
                </a:lnTo>
                <a:lnTo>
                  <a:pt x="2784571" y="61711"/>
                </a:lnTo>
                <a:lnTo>
                  <a:pt x="2807970" y="55574"/>
                </a:lnTo>
                <a:lnTo>
                  <a:pt x="2831370" y="49543"/>
                </a:lnTo>
                <a:lnTo>
                  <a:pt x="2854770" y="43617"/>
                </a:lnTo>
                <a:lnTo>
                  <a:pt x="2878170" y="37796"/>
                </a:lnTo>
                <a:lnTo>
                  <a:pt x="2901569" y="32081"/>
                </a:lnTo>
                <a:lnTo>
                  <a:pt x="2924969" y="26471"/>
                </a:lnTo>
                <a:lnTo>
                  <a:pt x="2948369" y="20966"/>
                </a:lnTo>
                <a:lnTo>
                  <a:pt x="2971769" y="15567"/>
                </a:lnTo>
                <a:lnTo>
                  <a:pt x="2995168" y="10272"/>
                </a:lnTo>
                <a:lnTo>
                  <a:pt x="3018568" y="5084"/>
                </a:lnTo>
                <a:lnTo>
                  <a:pt x="3041968" y="0"/>
                </a:lnTo>
              </a:path>
            </a:pathLst>
          </a:cu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A7928B6C-AC72-F09E-64ED-6FABF85C2AA1}"/>
                  </a:ext>
                </a:extLst>
              </p:cNvPr>
              <p:cNvSpPr txBox="1"/>
              <p:nvPr/>
            </p:nvSpPr>
            <p:spPr>
              <a:xfrm>
                <a:off x="1579777" y="2153480"/>
                <a:ext cx="303609" cy="141705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21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921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921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de-DE" sz="92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A7928B6C-AC72-F09E-64ED-6FABF85C2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77" y="2153480"/>
                <a:ext cx="303609" cy="141705"/>
              </a:xfrm>
              <a:prstGeom prst="rect">
                <a:avLst/>
              </a:prstGeom>
              <a:blipFill>
                <a:blip r:embed="rId2"/>
                <a:stretch>
                  <a:fillRect l="-10000" r="-2000" b="-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23CF893C-7FF1-33D2-36EA-DCD90A6FE0E6}"/>
                  </a:ext>
                </a:extLst>
              </p:cNvPr>
              <p:cNvSpPr txBox="1"/>
              <p:nvPr/>
            </p:nvSpPr>
            <p:spPr>
              <a:xfrm>
                <a:off x="2355816" y="2147773"/>
                <a:ext cx="102529" cy="15311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sz="995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23CF893C-7FF1-33D2-36EA-DCD90A6FE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16" y="2147773"/>
                <a:ext cx="102529" cy="153119"/>
              </a:xfrm>
              <a:prstGeom prst="rect">
                <a:avLst/>
              </a:prstGeom>
              <a:blipFill>
                <a:blip r:embed="rId3"/>
                <a:stretch>
                  <a:fillRect l="-29412" r="-5882" b="-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56555D75-C538-B4A5-94EE-06F8C935755A}"/>
                  </a:ext>
                </a:extLst>
              </p:cNvPr>
              <p:cNvSpPr txBox="1"/>
              <p:nvPr/>
            </p:nvSpPr>
            <p:spPr>
              <a:xfrm>
                <a:off x="2757956" y="2147773"/>
                <a:ext cx="100027" cy="15311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95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56555D75-C538-B4A5-94EE-06F8C935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56" y="2147773"/>
                <a:ext cx="100027" cy="153119"/>
              </a:xfrm>
              <a:prstGeom prst="rect">
                <a:avLst/>
              </a:prstGeom>
              <a:blipFill>
                <a:blip r:embed="rId4"/>
                <a:stretch>
                  <a:fillRect l="-294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058C19F-FBFC-FCC4-0BAB-3B112410E877}"/>
                  </a:ext>
                </a:extLst>
              </p:cNvPr>
              <p:cNvSpPr txBox="1"/>
              <p:nvPr/>
            </p:nvSpPr>
            <p:spPr>
              <a:xfrm>
                <a:off x="2890162" y="2153480"/>
                <a:ext cx="303609" cy="141705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21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921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921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de-DE" sz="92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058C19F-FBFC-FCC4-0BAB-3B112410E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162" y="2153480"/>
                <a:ext cx="303609" cy="141705"/>
              </a:xfrm>
              <a:prstGeom prst="rect">
                <a:avLst/>
              </a:prstGeom>
              <a:blipFill>
                <a:blip r:embed="rId5"/>
                <a:stretch>
                  <a:fillRect l="-10000" r="-2000" b="-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3FCE8D67-568E-2D5F-1540-7DC211EDDCEB}"/>
                  </a:ext>
                </a:extLst>
              </p:cNvPr>
              <p:cNvSpPr txBox="1"/>
              <p:nvPr/>
            </p:nvSpPr>
            <p:spPr>
              <a:xfrm>
                <a:off x="333326" y="688099"/>
                <a:ext cx="497316" cy="15311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9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9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de-DE" sz="995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3FCE8D67-568E-2D5F-1540-7DC211EDD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26" y="688099"/>
                <a:ext cx="497316" cy="153119"/>
              </a:xfrm>
              <a:prstGeom prst="rect">
                <a:avLst/>
              </a:prstGeom>
              <a:blipFill>
                <a:blip r:embed="rId6"/>
                <a:stretch>
                  <a:fillRect l="-12346" r="-1235" b="-3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843CF89-1C2B-6906-9998-8B721CBEB922}"/>
                  </a:ext>
                </a:extLst>
              </p:cNvPr>
              <p:cNvSpPr txBox="1"/>
              <p:nvPr/>
            </p:nvSpPr>
            <p:spPr>
              <a:xfrm>
                <a:off x="542291" y="1179494"/>
                <a:ext cx="292196" cy="15311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995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843CF89-1C2B-6906-9998-8B721CBEB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1" y="1179494"/>
                <a:ext cx="292196" cy="153119"/>
              </a:xfrm>
              <a:prstGeom prst="rect">
                <a:avLst/>
              </a:prstGeom>
              <a:blipFill>
                <a:blip r:embed="rId7"/>
                <a:stretch>
                  <a:fillRect l="-18750" r="-10417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67399460-D335-2AAA-4FBC-4FA47046B0BB}"/>
                  </a:ext>
                </a:extLst>
              </p:cNvPr>
              <p:cNvSpPr txBox="1"/>
              <p:nvPr/>
            </p:nvSpPr>
            <p:spPr>
              <a:xfrm>
                <a:off x="547548" y="907682"/>
                <a:ext cx="280077" cy="15311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995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67399460-D335-2AAA-4FBC-4FA47046B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48" y="907682"/>
                <a:ext cx="280077" cy="153119"/>
              </a:xfrm>
              <a:prstGeom prst="rect">
                <a:avLst/>
              </a:prstGeom>
              <a:blipFill>
                <a:blip r:embed="rId8"/>
                <a:stretch>
                  <a:fillRect l="-19565" t="-4000" r="-13043" b="-4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552BCA93-449F-2B85-B9AE-6686A2656F87}"/>
                  </a:ext>
                </a:extLst>
              </p:cNvPr>
              <p:cNvSpPr txBox="1"/>
              <p:nvPr/>
            </p:nvSpPr>
            <p:spPr>
              <a:xfrm>
                <a:off x="2351865" y="2400814"/>
                <a:ext cx="364459" cy="147413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:r>
                  <a:rPr lang="de-DE" sz="958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de-DE" sz="958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958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958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958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|</a:t>
                </a:r>
              </a:p>
            </p:txBody>
          </p:sp>
        </mc:Choice>
        <mc:Fallback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552BCA93-449F-2B85-B9AE-6686A2656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865" y="2400814"/>
                <a:ext cx="364459" cy="147413"/>
              </a:xfrm>
              <a:prstGeom prst="rect">
                <a:avLst/>
              </a:prstGeom>
              <a:blipFill>
                <a:blip r:embed="rId9"/>
                <a:stretch>
                  <a:fillRect l="-21667" t="-33333" r="-18333" b="-45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6121D2A6-F080-15E7-DDB5-317E28AD7F3B}"/>
                  </a:ext>
                </a:extLst>
              </p:cNvPr>
              <p:cNvSpPr txBox="1"/>
              <p:nvPr/>
            </p:nvSpPr>
            <p:spPr>
              <a:xfrm>
                <a:off x="2058141" y="2644172"/>
                <a:ext cx="104516" cy="158826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l-GR" sz="1032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l-GR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6121D2A6-F080-15E7-DDB5-317E28AD7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141" y="2644172"/>
                <a:ext cx="104516" cy="158826"/>
              </a:xfrm>
              <a:prstGeom prst="rect">
                <a:avLst/>
              </a:prstGeom>
              <a:blipFill>
                <a:blip r:embed="rId10"/>
                <a:stretch>
                  <a:fillRect l="-52941" t="-3846" r="-17647"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4DBE016-4395-E12E-CFDC-48D73880627F}"/>
                  </a:ext>
                </a:extLst>
              </p:cNvPr>
              <p:cNvSpPr txBox="1"/>
              <p:nvPr/>
            </p:nvSpPr>
            <p:spPr>
              <a:xfrm>
                <a:off x="2644171" y="2644172"/>
                <a:ext cx="104516" cy="158826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032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de-DE" sz="1032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4DBE016-4395-E12E-CFDC-48D738806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171" y="2644172"/>
                <a:ext cx="104516" cy="158826"/>
              </a:xfrm>
              <a:prstGeom prst="rect">
                <a:avLst/>
              </a:prstGeom>
              <a:blipFill>
                <a:blip r:embed="rId10"/>
                <a:stretch>
                  <a:fillRect l="-52941" r="-17647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1017C487-80A8-1BBF-B2A6-94DC51211F38}"/>
                  </a:ext>
                </a:extLst>
              </p:cNvPr>
              <p:cNvSpPr txBox="1"/>
              <p:nvPr/>
            </p:nvSpPr>
            <p:spPr>
              <a:xfrm>
                <a:off x="3671634" y="1039982"/>
                <a:ext cx="763158" cy="141705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92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1017C487-80A8-1BBF-B2A6-94DC51211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634" y="1039982"/>
                <a:ext cx="763158" cy="141705"/>
              </a:xfrm>
              <a:prstGeom prst="rect">
                <a:avLst/>
              </a:prstGeom>
              <a:blipFill>
                <a:blip r:embed="rId11"/>
                <a:stretch>
                  <a:fillRect l="-6400" r="-3200"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66F4762-42CF-C8FE-5EBD-2169D17E1AF6}"/>
                  </a:ext>
                </a:extLst>
              </p:cNvPr>
              <p:cNvSpPr txBox="1"/>
              <p:nvPr/>
            </p:nvSpPr>
            <p:spPr>
              <a:xfrm>
                <a:off x="4509798" y="931456"/>
                <a:ext cx="93935" cy="158826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032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66F4762-42CF-C8FE-5EBD-2169D17E1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798" y="931456"/>
                <a:ext cx="93935" cy="158826"/>
              </a:xfrm>
              <a:prstGeom prst="rect">
                <a:avLst/>
              </a:prstGeom>
              <a:blipFill>
                <a:blip r:embed="rId12"/>
                <a:stretch>
                  <a:fillRect l="-4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EBA7E97B-F569-8081-B3B0-D66BCA56425A}"/>
                  </a:ext>
                </a:extLst>
              </p:cNvPr>
              <p:cNvSpPr txBox="1"/>
              <p:nvPr/>
            </p:nvSpPr>
            <p:spPr>
              <a:xfrm>
                <a:off x="4022571" y="327597"/>
                <a:ext cx="113173" cy="170175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106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de-DE" sz="1106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EBA7E97B-F569-8081-B3B0-D66BCA56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571" y="327597"/>
                <a:ext cx="113173" cy="170175"/>
              </a:xfrm>
              <a:prstGeom prst="rect">
                <a:avLst/>
              </a:prstGeom>
              <a:blipFill>
                <a:blip r:embed="rId13"/>
                <a:stretch>
                  <a:fillRect l="-61111" r="-33333" b="-3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Ellipse 52">
            <a:extLst>
              <a:ext uri="{FF2B5EF4-FFF2-40B4-BE49-F238E27FC236}">
                <a16:creationId xmlns:a16="http://schemas.microsoft.com/office/drawing/2014/main" id="{D30261DF-01A7-E184-DED9-F0B2D4F7ACD0}"/>
              </a:ext>
            </a:extLst>
          </p:cNvPr>
          <p:cNvSpPr/>
          <p:nvPr/>
        </p:nvSpPr>
        <p:spPr>
          <a:xfrm>
            <a:off x="2343942" y="1192819"/>
            <a:ext cx="87950" cy="8795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F82F9656-892E-940B-AB50-00E1A4BF3921}"/>
              </a:ext>
            </a:extLst>
          </p:cNvPr>
          <p:cNvSpPr/>
          <p:nvPr/>
        </p:nvSpPr>
        <p:spPr>
          <a:xfrm>
            <a:off x="2776473" y="992283"/>
            <a:ext cx="63175" cy="63175"/>
          </a:xfrm>
          <a:prstGeom prst="ellipse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EA28726-320D-0F7D-BFBC-62EDD3ED51C0}"/>
                  </a:ext>
                </a:extLst>
              </p:cNvPr>
              <p:cNvSpPr txBox="1"/>
              <p:nvPr/>
            </p:nvSpPr>
            <p:spPr>
              <a:xfrm>
                <a:off x="322458" y="1627088"/>
                <a:ext cx="497316" cy="15311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9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9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9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de-DE" sz="995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EA28726-320D-0F7D-BFBC-62EDD3ED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" y="1627088"/>
                <a:ext cx="497316" cy="153119"/>
              </a:xfrm>
              <a:prstGeom prst="rect">
                <a:avLst/>
              </a:prstGeom>
              <a:blipFill>
                <a:blip r:embed="rId14"/>
                <a:stretch>
                  <a:fillRect l="-11111" r="-1235" b="-3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44CA7D4-7DA4-4FA8-5173-EB0449248C26}"/>
                  </a:ext>
                </a:extLst>
              </p:cNvPr>
              <p:cNvSpPr txBox="1"/>
              <p:nvPr/>
            </p:nvSpPr>
            <p:spPr>
              <a:xfrm>
                <a:off x="4510571" y="1360449"/>
                <a:ext cx="93935" cy="158826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032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44CA7D4-7DA4-4FA8-5173-EB0449248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571" y="1360449"/>
                <a:ext cx="93935" cy="158826"/>
              </a:xfrm>
              <a:prstGeom prst="rect">
                <a:avLst/>
              </a:prstGeom>
              <a:blipFill>
                <a:blip r:embed="rId12"/>
                <a:stretch>
                  <a:fillRect l="-4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14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</Words>
  <Application>Microsoft Office PowerPoint</Application>
  <PresentationFormat>Benutzerdefiniert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11</cp:revision>
  <dcterms:created xsi:type="dcterms:W3CDTF">2024-09-25T04:51:34Z</dcterms:created>
  <dcterms:modified xsi:type="dcterms:W3CDTF">2026-10-05T09:29:27Z</dcterms:modified>
</cp:coreProperties>
</file>