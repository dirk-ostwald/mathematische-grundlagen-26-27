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959225" cy="2519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92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2028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903" y="412312"/>
            <a:ext cx="2969419" cy="877112"/>
          </a:xfrm>
        </p:spPr>
        <p:txBody>
          <a:bodyPr anchor="b"/>
          <a:lstStyle>
            <a:lvl1pPr algn="ctr">
              <a:defRPr sz="194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903" y="1323249"/>
            <a:ext cx="2969419" cy="608263"/>
          </a:xfrm>
        </p:spPr>
        <p:txBody>
          <a:bodyPr/>
          <a:lstStyle>
            <a:lvl1pPr marL="0" indent="0" algn="ctr">
              <a:buNone/>
              <a:defRPr sz="779"/>
            </a:lvl1pPr>
            <a:lvl2pPr marL="148453" indent="0" algn="ctr">
              <a:buNone/>
              <a:defRPr sz="649"/>
            </a:lvl2pPr>
            <a:lvl3pPr marL="296906" indent="0" algn="ctr">
              <a:buNone/>
              <a:defRPr sz="584"/>
            </a:lvl3pPr>
            <a:lvl4pPr marL="445359" indent="0" algn="ctr">
              <a:buNone/>
              <a:defRPr sz="520"/>
            </a:lvl4pPr>
            <a:lvl5pPr marL="593811" indent="0" algn="ctr">
              <a:buNone/>
              <a:defRPr sz="520"/>
            </a:lvl5pPr>
            <a:lvl6pPr marL="742264" indent="0" algn="ctr">
              <a:buNone/>
              <a:defRPr sz="520"/>
            </a:lvl6pPr>
            <a:lvl7pPr marL="890717" indent="0" algn="ctr">
              <a:buNone/>
              <a:defRPr sz="520"/>
            </a:lvl7pPr>
            <a:lvl8pPr marL="1039170" indent="0" algn="ctr">
              <a:buNone/>
              <a:defRPr sz="520"/>
            </a:lvl8pPr>
            <a:lvl9pPr marL="1187623" indent="0" algn="ctr">
              <a:buNone/>
              <a:defRPr sz="52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D25F-0C57-4B2A-8C10-99001901F0DB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BDDAF-6F74-4B45-92F8-D136CEC6C7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200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D25F-0C57-4B2A-8C10-99001901F0DB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BDDAF-6F74-4B45-92F8-D136CEC6C7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21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134" y="628091"/>
            <a:ext cx="3414832" cy="1047985"/>
          </a:xfrm>
        </p:spPr>
        <p:txBody>
          <a:bodyPr anchor="b"/>
          <a:lstStyle>
            <a:lvl1pPr>
              <a:defRPr sz="194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134" y="1685991"/>
            <a:ext cx="3414832" cy="551110"/>
          </a:xfrm>
        </p:spPr>
        <p:txBody>
          <a:bodyPr/>
          <a:lstStyle>
            <a:lvl1pPr marL="0" indent="0">
              <a:buNone/>
              <a:defRPr sz="779">
                <a:solidFill>
                  <a:schemeClr val="tx1">
                    <a:tint val="82000"/>
                  </a:schemeClr>
                </a:solidFill>
              </a:defRPr>
            </a:lvl1pPr>
            <a:lvl2pPr marL="148453" indent="0">
              <a:buNone/>
              <a:defRPr sz="649">
                <a:solidFill>
                  <a:schemeClr val="tx1">
                    <a:tint val="82000"/>
                  </a:schemeClr>
                </a:solidFill>
              </a:defRPr>
            </a:lvl2pPr>
            <a:lvl3pPr marL="296906" indent="0">
              <a:buNone/>
              <a:defRPr sz="584">
                <a:solidFill>
                  <a:schemeClr val="tx1">
                    <a:tint val="82000"/>
                  </a:schemeClr>
                </a:solidFill>
              </a:defRPr>
            </a:lvl3pPr>
            <a:lvl4pPr marL="445359" indent="0">
              <a:buNone/>
              <a:defRPr sz="520">
                <a:solidFill>
                  <a:schemeClr val="tx1">
                    <a:tint val="82000"/>
                  </a:schemeClr>
                </a:solidFill>
              </a:defRPr>
            </a:lvl4pPr>
            <a:lvl5pPr marL="593811" indent="0">
              <a:buNone/>
              <a:defRPr sz="520">
                <a:solidFill>
                  <a:schemeClr val="tx1">
                    <a:tint val="82000"/>
                  </a:schemeClr>
                </a:solidFill>
              </a:defRPr>
            </a:lvl5pPr>
            <a:lvl6pPr marL="742264" indent="0">
              <a:buNone/>
              <a:defRPr sz="520">
                <a:solidFill>
                  <a:schemeClr val="tx1">
                    <a:tint val="82000"/>
                  </a:schemeClr>
                </a:solidFill>
              </a:defRPr>
            </a:lvl6pPr>
            <a:lvl7pPr marL="890717" indent="0">
              <a:buNone/>
              <a:defRPr sz="520">
                <a:solidFill>
                  <a:schemeClr val="tx1">
                    <a:tint val="82000"/>
                  </a:schemeClr>
                </a:solidFill>
              </a:defRPr>
            </a:lvl7pPr>
            <a:lvl8pPr marL="1039170" indent="0">
              <a:buNone/>
              <a:defRPr sz="520">
                <a:solidFill>
                  <a:schemeClr val="tx1">
                    <a:tint val="82000"/>
                  </a:schemeClr>
                </a:solidFill>
              </a:defRPr>
            </a:lvl8pPr>
            <a:lvl9pPr marL="1187623" indent="0">
              <a:buNone/>
              <a:defRPr sz="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D25F-0C57-4B2A-8C10-99001901F0DB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BDDAF-6F74-4B45-92F8-D136CEC6C7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978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2197" y="670664"/>
            <a:ext cx="1682671" cy="15985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04357" y="670664"/>
            <a:ext cx="1682671" cy="15985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D25F-0C57-4B2A-8C10-99001901F0DB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BDDAF-6F74-4B45-92F8-D136CEC6C7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6181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2" y="134133"/>
            <a:ext cx="3414832" cy="48696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712" y="617594"/>
            <a:ext cx="1674938" cy="302673"/>
          </a:xfrm>
        </p:spPr>
        <p:txBody>
          <a:bodyPr anchor="b"/>
          <a:lstStyle>
            <a:lvl1pPr marL="0" indent="0">
              <a:buNone/>
              <a:defRPr sz="779" b="1"/>
            </a:lvl1pPr>
            <a:lvl2pPr marL="148453" indent="0">
              <a:buNone/>
              <a:defRPr sz="649" b="1"/>
            </a:lvl2pPr>
            <a:lvl3pPr marL="296906" indent="0">
              <a:buNone/>
              <a:defRPr sz="584" b="1"/>
            </a:lvl3pPr>
            <a:lvl4pPr marL="445359" indent="0">
              <a:buNone/>
              <a:defRPr sz="520" b="1"/>
            </a:lvl4pPr>
            <a:lvl5pPr marL="593811" indent="0">
              <a:buNone/>
              <a:defRPr sz="520" b="1"/>
            </a:lvl5pPr>
            <a:lvl6pPr marL="742264" indent="0">
              <a:buNone/>
              <a:defRPr sz="520" b="1"/>
            </a:lvl6pPr>
            <a:lvl7pPr marL="890717" indent="0">
              <a:buNone/>
              <a:defRPr sz="520" b="1"/>
            </a:lvl7pPr>
            <a:lvl8pPr marL="1039170" indent="0">
              <a:buNone/>
              <a:defRPr sz="520" b="1"/>
            </a:lvl8pPr>
            <a:lvl9pPr marL="1187623" indent="0">
              <a:buNone/>
              <a:defRPr sz="52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2712" y="920267"/>
            <a:ext cx="1674938" cy="13535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4358" y="617594"/>
            <a:ext cx="1683186" cy="302673"/>
          </a:xfrm>
        </p:spPr>
        <p:txBody>
          <a:bodyPr anchor="b"/>
          <a:lstStyle>
            <a:lvl1pPr marL="0" indent="0">
              <a:buNone/>
              <a:defRPr sz="779" b="1"/>
            </a:lvl1pPr>
            <a:lvl2pPr marL="148453" indent="0">
              <a:buNone/>
              <a:defRPr sz="649" b="1"/>
            </a:lvl2pPr>
            <a:lvl3pPr marL="296906" indent="0">
              <a:buNone/>
              <a:defRPr sz="584" b="1"/>
            </a:lvl3pPr>
            <a:lvl4pPr marL="445359" indent="0">
              <a:buNone/>
              <a:defRPr sz="520" b="1"/>
            </a:lvl4pPr>
            <a:lvl5pPr marL="593811" indent="0">
              <a:buNone/>
              <a:defRPr sz="520" b="1"/>
            </a:lvl5pPr>
            <a:lvl6pPr marL="742264" indent="0">
              <a:buNone/>
              <a:defRPr sz="520" b="1"/>
            </a:lvl6pPr>
            <a:lvl7pPr marL="890717" indent="0">
              <a:buNone/>
              <a:defRPr sz="520" b="1"/>
            </a:lvl7pPr>
            <a:lvl8pPr marL="1039170" indent="0">
              <a:buNone/>
              <a:defRPr sz="520" b="1"/>
            </a:lvl8pPr>
            <a:lvl9pPr marL="1187623" indent="0">
              <a:buNone/>
              <a:defRPr sz="52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04358" y="920267"/>
            <a:ext cx="1683186" cy="13535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D25F-0C57-4B2A-8C10-99001901F0DB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BDDAF-6F74-4B45-92F8-D136CEC6C7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3150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D25F-0C57-4B2A-8C10-99001901F0DB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BDDAF-6F74-4B45-92F8-D136CEC6C7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7152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D25F-0C57-4B2A-8C10-99001901F0DB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BDDAF-6F74-4B45-92F8-D136CEC6C7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685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3" y="167958"/>
            <a:ext cx="1276953" cy="587851"/>
          </a:xfrm>
        </p:spPr>
        <p:txBody>
          <a:bodyPr anchor="b"/>
          <a:lstStyle>
            <a:lvl1pPr>
              <a:defRPr sz="10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3186" y="362742"/>
            <a:ext cx="2004358" cy="1790381"/>
          </a:xfrm>
        </p:spPr>
        <p:txBody>
          <a:bodyPr/>
          <a:lstStyle>
            <a:lvl1pPr>
              <a:defRPr sz="1039"/>
            </a:lvl1pPr>
            <a:lvl2pPr>
              <a:defRPr sz="909"/>
            </a:lvl2pPr>
            <a:lvl3pPr>
              <a:defRPr sz="779"/>
            </a:lvl3pPr>
            <a:lvl4pPr>
              <a:defRPr sz="649"/>
            </a:lvl4pPr>
            <a:lvl5pPr>
              <a:defRPr sz="649"/>
            </a:lvl5pPr>
            <a:lvl6pPr>
              <a:defRPr sz="649"/>
            </a:lvl6pPr>
            <a:lvl7pPr>
              <a:defRPr sz="649"/>
            </a:lvl7pPr>
            <a:lvl8pPr>
              <a:defRPr sz="649"/>
            </a:lvl8pPr>
            <a:lvl9pPr>
              <a:defRPr sz="649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713" y="755809"/>
            <a:ext cx="1276953" cy="1400229"/>
          </a:xfrm>
        </p:spPr>
        <p:txBody>
          <a:bodyPr/>
          <a:lstStyle>
            <a:lvl1pPr marL="0" indent="0">
              <a:buNone/>
              <a:defRPr sz="520"/>
            </a:lvl1pPr>
            <a:lvl2pPr marL="148453" indent="0">
              <a:buNone/>
              <a:defRPr sz="455"/>
            </a:lvl2pPr>
            <a:lvl3pPr marL="296906" indent="0">
              <a:buNone/>
              <a:defRPr sz="390"/>
            </a:lvl3pPr>
            <a:lvl4pPr marL="445359" indent="0">
              <a:buNone/>
              <a:defRPr sz="325"/>
            </a:lvl4pPr>
            <a:lvl5pPr marL="593811" indent="0">
              <a:buNone/>
              <a:defRPr sz="325"/>
            </a:lvl5pPr>
            <a:lvl6pPr marL="742264" indent="0">
              <a:buNone/>
              <a:defRPr sz="325"/>
            </a:lvl6pPr>
            <a:lvl7pPr marL="890717" indent="0">
              <a:buNone/>
              <a:defRPr sz="325"/>
            </a:lvl7pPr>
            <a:lvl8pPr marL="1039170" indent="0">
              <a:buNone/>
              <a:defRPr sz="325"/>
            </a:lvl8pPr>
            <a:lvl9pPr marL="1187623" indent="0">
              <a:buNone/>
              <a:defRPr sz="32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D25F-0C57-4B2A-8C10-99001901F0DB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BDDAF-6F74-4B45-92F8-D136CEC6C7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691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3" y="167958"/>
            <a:ext cx="1276953" cy="587851"/>
          </a:xfrm>
        </p:spPr>
        <p:txBody>
          <a:bodyPr anchor="b"/>
          <a:lstStyle>
            <a:lvl1pPr>
              <a:defRPr sz="10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83186" y="362742"/>
            <a:ext cx="2004358" cy="1790381"/>
          </a:xfrm>
        </p:spPr>
        <p:txBody>
          <a:bodyPr anchor="t"/>
          <a:lstStyle>
            <a:lvl1pPr marL="0" indent="0">
              <a:buNone/>
              <a:defRPr sz="1039"/>
            </a:lvl1pPr>
            <a:lvl2pPr marL="148453" indent="0">
              <a:buNone/>
              <a:defRPr sz="909"/>
            </a:lvl2pPr>
            <a:lvl3pPr marL="296906" indent="0">
              <a:buNone/>
              <a:defRPr sz="779"/>
            </a:lvl3pPr>
            <a:lvl4pPr marL="445359" indent="0">
              <a:buNone/>
              <a:defRPr sz="649"/>
            </a:lvl4pPr>
            <a:lvl5pPr marL="593811" indent="0">
              <a:buNone/>
              <a:defRPr sz="649"/>
            </a:lvl5pPr>
            <a:lvl6pPr marL="742264" indent="0">
              <a:buNone/>
              <a:defRPr sz="649"/>
            </a:lvl6pPr>
            <a:lvl7pPr marL="890717" indent="0">
              <a:buNone/>
              <a:defRPr sz="649"/>
            </a:lvl7pPr>
            <a:lvl8pPr marL="1039170" indent="0">
              <a:buNone/>
              <a:defRPr sz="649"/>
            </a:lvl8pPr>
            <a:lvl9pPr marL="1187623" indent="0">
              <a:buNone/>
              <a:defRPr sz="649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713" y="755809"/>
            <a:ext cx="1276953" cy="1400229"/>
          </a:xfrm>
        </p:spPr>
        <p:txBody>
          <a:bodyPr/>
          <a:lstStyle>
            <a:lvl1pPr marL="0" indent="0">
              <a:buNone/>
              <a:defRPr sz="520"/>
            </a:lvl1pPr>
            <a:lvl2pPr marL="148453" indent="0">
              <a:buNone/>
              <a:defRPr sz="455"/>
            </a:lvl2pPr>
            <a:lvl3pPr marL="296906" indent="0">
              <a:buNone/>
              <a:defRPr sz="390"/>
            </a:lvl3pPr>
            <a:lvl4pPr marL="445359" indent="0">
              <a:buNone/>
              <a:defRPr sz="325"/>
            </a:lvl4pPr>
            <a:lvl5pPr marL="593811" indent="0">
              <a:buNone/>
              <a:defRPr sz="325"/>
            </a:lvl5pPr>
            <a:lvl6pPr marL="742264" indent="0">
              <a:buNone/>
              <a:defRPr sz="325"/>
            </a:lvl6pPr>
            <a:lvl7pPr marL="890717" indent="0">
              <a:buNone/>
              <a:defRPr sz="325"/>
            </a:lvl7pPr>
            <a:lvl8pPr marL="1039170" indent="0">
              <a:buNone/>
              <a:defRPr sz="325"/>
            </a:lvl8pPr>
            <a:lvl9pPr marL="1187623" indent="0">
              <a:buNone/>
              <a:defRPr sz="32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D25F-0C57-4B2A-8C10-99001901F0DB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BDDAF-6F74-4B45-92F8-D136CEC6C7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4478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D25F-0C57-4B2A-8C10-99001901F0DB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BDDAF-6F74-4B45-92F8-D136CEC6C7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885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33320" y="134133"/>
            <a:ext cx="853708" cy="21350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2197" y="134133"/>
            <a:ext cx="2511633" cy="21350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8D25F-0C57-4B2A-8C10-99001901F0DB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BDDAF-6F74-4B45-92F8-D136CEC6C7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53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2197" y="134133"/>
            <a:ext cx="3414832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197" y="670664"/>
            <a:ext cx="3414832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2197" y="2335076"/>
            <a:ext cx="890826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18D25F-0C57-4B2A-8C10-99001901F0DB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1494" y="2335076"/>
            <a:ext cx="1336238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6202" y="2335076"/>
            <a:ext cx="890826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4BDDAF-6F74-4B45-92F8-D136CEC6C79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7997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96906" rtl="0" eaLnBrk="1" latinLnBrk="0" hangingPunct="1">
        <a:lnSpc>
          <a:spcPct val="90000"/>
        </a:lnSpc>
        <a:spcBef>
          <a:spcPct val="0"/>
        </a:spcBef>
        <a:buNone/>
        <a:defRPr sz="14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4226" indent="-74226" algn="l" defTabSz="29690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909" kern="1200">
          <a:solidFill>
            <a:schemeClr val="tx1"/>
          </a:solidFill>
          <a:latin typeface="+mn-lt"/>
          <a:ea typeface="+mn-ea"/>
          <a:cs typeface="+mn-cs"/>
        </a:defRPr>
      </a:lvl1pPr>
      <a:lvl2pPr marL="222679" indent="-74226" algn="l" defTabSz="296906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2pPr>
      <a:lvl3pPr marL="371132" indent="-74226" algn="l" defTabSz="296906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649" kern="1200">
          <a:solidFill>
            <a:schemeClr val="tx1"/>
          </a:solidFill>
          <a:latin typeface="+mn-lt"/>
          <a:ea typeface="+mn-ea"/>
          <a:cs typeface="+mn-cs"/>
        </a:defRPr>
      </a:lvl3pPr>
      <a:lvl4pPr marL="519585" indent="-74226" algn="l" defTabSz="296906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4pPr>
      <a:lvl5pPr marL="668038" indent="-74226" algn="l" defTabSz="296906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5pPr>
      <a:lvl6pPr marL="816491" indent="-74226" algn="l" defTabSz="296906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6pPr>
      <a:lvl7pPr marL="964943" indent="-74226" algn="l" defTabSz="296906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7pPr>
      <a:lvl8pPr marL="1113396" indent="-74226" algn="l" defTabSz="296906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8pPr>
      <a:lvl9pPr marL="1261849" indent="-74226" algn="l" defTabSz="296906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1pPr>
      <a:lvl2pPr marL="148453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2pPr>
      <a:lvl3pPr marL="296906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3pPr>
      <a:lvl4pPr marL="445359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4pPr>
      <a:lvl5pPr marL="593811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5pPr>
      <a:lvl6pPr marL="742264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6pPr>
      <a:lvl7pPr marL="890717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7pPr>
      <a:lvl8pPr marL="1039170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8pPr>
      <a:lvl9pPr marL="1187623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61354E74-3F66-8E9B-C0F1-48A56AA0B5F6}"/>
              </a:ext>
            </a:extLst>
          </p:cNvPr>
          <p:cNvGrpSpPr/>
          <p:nvPr/>
        </p:nvGrpSpPr>
        <p:grpSpPr>
          <a:xfrm>
            <a:off x="138021" y="184872"/>
            <a:ext cx="3683187" cy="2149618"/>
            <a:chOff x="246316" y="1591218"/>
            <a:chExt cx="3683187" cy="2149618"/>
          </a:xfrm>
        </p:grpSpPr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B69F60D3-E4AA-BBEE-6D3B-31D558B570BB}"/>
                </a:ext>
              </a:extLst>
            </p:cNvPr>
            <p:cNvCxnSpPr>
              <a:cxnSpLocks/>
              <a:stCxn id="21" idx="3"/>
              <a:endCxn id="23" idx="1"/>
            </p:cNvCxnSpPr>
            <p:nvPr/>
          </p:nvCxnSpPr>
          <p:spPr>
            <a:xfrm>
              <a:off x="1312613" y="2223435"/>
              <a:ext cx="1851001" cy="2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3EC294EA-B2DE-8ADB-CAA7-6B1F8C653204}"/>
                </a:ext>
              </a:extLst>
            </p:cNvPr>
            <p:cNvSpPr/>
            <p:nvPr/>
          </p:nvSpPr>
          <p:spPr>
            <a:xfrm>
              <a:off x="246316" y="2549709"/>
              <a:ext cx="1642312" cy="1191127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4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1FB0F7FA-7D17-343F-BC87-8B30892ADAD1}"/>
                </a:ext>
              </a:extLst>
            </p:cNvPr>
            <p:cNvSpPr/>
            <p:nvPr/>
          </p:nvSpPr>
          <p:spPr>
            <a:xfrm>
              <a:off x="2738377" y="2549708"/>
              <a:ext cx="1191126" cy="1191126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4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1B1857A7-254A-FE09-A4CC-DF8ADEABE6B7}"/>
                    </a:ext>
                  </a:extLst>
                </p:cNvPr>
                <p:cNvSpPr txBox="1"/>
                <p:nvPr/>
              </p:nvSpPr>
              <p:spPr>
                <a:xfrm>
                  <a:off x="886685" y="2798818"/>
                  <a:ext cx="378822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1B1857A7-254A-FE09-A4CC-DF8ADEABE6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685" y="2798818"/>
                  <a:ext cx="378822" cy="3539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C80CE1FF-0FB1-5836-C83E-28B29B465656}"/>
                    </a:ext>
                  </a:extLst>
                </p:cNvPr>
                <p:cNvSpPr txBox="1"/>
                <p:nvPr/>
              </p:nvSpPr>
              <p:spPr>
                <a:xfrm>
                  <a:off x="1742666" y="2069544"/>
                  <a:ext cx="1025089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1400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Funktion </a:t>
                  </a:r>
                  <a14:m>
                    <m:oMath xmlns:m="http://schemas.openxmlformats.org/officeDocument/2006/math">
                      <m:r>
                        <a:rPr lang="de-DE" sz="1400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endParaRPr lang="de-DE" sz="14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C80CE1FF-0FB1-5836-C83E-28B29B4656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2666" y="2069544"/>
                  <a:ext cx="1025089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1786" b="-2156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43AAE69C-D801-361F-6CA9-10F0E5D52DEF}"/>
                </a:ext>
              </a:extLst>
            </p:cNvPr>
            <p:cNvSpPr txBox="1"/>
            <p:nvPr/>
          </p:nvSpPr>
          <p:spPr>
            <a:xfrm>
              <a:off x="321530" y="3152759"/>
              <a:ext cx="14510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Funktionsargument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879BBC0A-864C-9ACE-41AE-5D19516E1B58}"/>
                    </a:ext>
                  </a:extLst>
                </p:cNvPr>
                <p:cNvSpPr txBox="1"/>
                <p:nvPr/>
              </p:nvSpPr>
              <p:spPr>
                <a:xfrm>
                  <a:off x="3005068" y="2798818"/>
                  <a:ext cx="684995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879BBC0A-864C-9ACE-41AE-5D19516E1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5068" y="2798818"/>
                  <a:ext cx="684995" cy="353943"/>
                </a:xfrm>
                <a:prstGeom prst="rect">
                  <a:avLst/>
                </a:prstGeom>
                <a:blipFill>
                  <a:blip r:embed="rId4"/>
                  <a:stretch>
                    <a:fillRect b="-1034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2D7871EE-34F4-EA68-F9D1-F3B3F0FD346A}"/>
                </a:ext>
              </a:extLst>
            </p:cNvPr>
            <p:cNvSpPr txBox="1"/>
            <p:nvPr/>
          </p:nvSpPr>
          <p:spPr>
            <a:xfrm>
              <a:off x="2780080" y="3152759"/>
              <a:ext cx="11160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Funktionswert</a:t>
              </a:r>
            </a:p>
          </p:txBody>
        </p: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EC6A1BD8-08B1-A105-CDCD-864B67800CB2}"/>
                </a:ext>
              </a:extLst>
            </p:cNvPr>
            <p:cNvCxnSpPr>
              <a:cxnSpLocks/>
              <a:stCxn id="10" idx="3"/>
              <a:endCxn id="14" idx="1"/>
            </p:cNvCxnSpPr>
            <p:nvPr/>
          </p:nvCxnSpPr>
          <p:spPr>
            <a:xfrm>
              <a:off x="1265507" y="2975790"/>
              <a:ext cx="1739561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0EF03DFF-30A7-7703-7862-8A33C23353BE}"/>
                </a:ext>
              </a:extLst>
            </p:cNvPr>
            <p:cNvCxnSpPr>
              <a:cxnSpLocks/>
            </p:cNvCxnSpPr>
            <p:nvPr/>
          </p:nvCxnSpPr>
          <p:spPr>
            <a:xfrm>
              <a:off x="1258289" y="2903599"/>
              <a:ext cx="0" cy="144379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8609023A-7167-4ADE-1CD4-5EE554F87022}"/>
                    </a:ext>
                  </a:extLst>
                </p:cNvPr>
                <p:cNvSpPr txBox="1"/>
                <p:nvPr/>
              </p:nvSpPr>
              <p:spPr>
                <a:xfrm>
                  <a:off x="898717" y="2046463"/>
                  <a:ext cx="41389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8609023A-7167-4ADE-1CD4-5EE554F870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717" y="2046463"/>
                  <a:ext cx="413896" cy="3539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F9E3D77C-1F37-0FF4-E80F-79C296648A35}"/>
                </a:ext>
              </a:extLst>
            </p:cNvPr>
            <p:cNvSpPr txBox="1"/>
            <p:nvPr/>
          </p:nvSpPr>
          <p:spPr>
            <a:xfrm>
              <a:off x="331536" y="1591218"/>
              <a:ext cx="1497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Definitionsmenge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60B7F663-EBFF-0550-C21C-7F7087DB63A0}"/>
                    </a:ext>
                  </a:extLst>
                </p:cNvPr>
                <p:cNvSpPr txBox="1"/>
                <p:nvPr/>
              </p:nvSpPr>
              <p:spPr>
                <a:xfrm>
                  <a:off x="3163614" y="2046750"/>
                  <a:ext cx="391967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60B7F663-EBFF-0550-C21C-7F7087DB63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3614" y="2046750"/>
                  <a:ext cx="391967" cy="3539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677CA04C-41DA-1A30-B2F0-5BB57C660B4A}"/>
                </a:ext>
              </a:extLst>
            </p:cNvPr>
            <p:cNvSpPr txBox="1"/>
            <p:nvPr/>
          </p:nvSpPr>
          <p:spPr>
            <a:xfrm>
              <a:off x="2851155" y="1601592"/>
              <a:ext cx="9605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Zielmenge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6757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</Words>
  <Application>Microsoft Office PowerPoint</Application>
  <PresentationFormat>Benutzerdefiniert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1</cp:revision>
  <dcterms:created xsi:type="dcterms:W3CDTF">2024-09-23T04:54:00Z</dcterms:created>
  <dcterms:modified xsi:type="dcterms:W3CDTF">2024-09-23T04:55:50Z</dcterms:modified>
</cp:coreProperties>
</file>