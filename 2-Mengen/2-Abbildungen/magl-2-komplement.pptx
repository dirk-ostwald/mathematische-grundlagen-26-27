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</p:sldIdLst>
  <p:sldSz cx="1439863" cy="1439863"/>
  <p:notesSz cx="6858000" cy="9144000"/>
  <p:defaultTextStyle>
    <a:defPPr>
      <a:defRPr lang="en-US"/>
    </a:defPPr>
    <a:lvl1pPr marL="0" algn="l" defTabSz="45717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2" algn="l" defTabSz="45717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44" algn="l" defTabSz="45717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16" algn="l" defTabSz="45717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89" algn="l" defTabSz="45717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60" algn="l" defTabSz="45717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32" algn="l" defTabSz="45717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04" algn="l" defTabSz="45717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76" algn="l" defTabSz="45717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190" autoAdjust="0"/>
    <p:restoredTop sz="94660"/>
  </p:normalViewPr>
  <p:slideViewPr>
    <p:cSldViewPr snapToGrid="0">
      <p:cViewPr varScale="1">
        <p:scale>
          <a:sx n="400" d="100"/>
          <a:sy n="400" d="100"/>
        </p:scale>
        <p:origin x="5478" y="15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990" y="235644"/>
            <a:ext cx="1223884" cy="501286"/>
          </a:xfrm>
        </p:spPr>
        <p:txBody>
          <a:bodyPr anchor="b"/>
          <a:lstStyle>
            <a:lvl1pPr algn="ctr">
              <a:defRPr sz="94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985" y="756263"/>
            <a:ext cx="1079897" cy="347632"/>
          </a:xfrm>
        </p:spPr>
        <p:txBody>
          <a:bodyPr/>
          <a:lstStyle>
            <a:lvl1pPr marL="0" indent="0" algn="ctr">
              <a:buNone/>
              <a:defRPr sz="378"/>
            </a:lvl1pPr>
            <a:lvl2pPr marL="72005" indent="0" algn="ctr">
              <a:buNone/>
              <a:defRPr sz="315"/>
            </a:lvl2pPr>
            <a:lvl3pPr marL="144009" indent="0" algn="ctr">
              <a:buNone/>
              <a:defRPr sz="284"/>
            </a:lvl3pPr>
            <a:lvl4pPr marL="216013" indent="0" algn="ctr">
              <a:buNone/>
              <a:defRPr sz="252"/>
            </a:lvl4pPr>
            <a:lvl5pPr marL="288020" indent="0" algn="ctr">
              <a:buNone/>
              <a:defRPr sz="252"/>
            </a:lvl5pPr>
            <a:lvl6pPr marL="360023" indent="0" algn="ctr">
              <a:buNone/>
              <a:defRPr sz="252"/>
            </a:lvl6pPr>
            <a:lvl7pPr marL="432028" indent="0" algn="ctr">
              <a:buNone/>
              <a:defRPr sz="252"/>
            </a:lvl7pPr>
            <a:lvl8pPr marL="504033" indent="0" algn="ctr">
              <a:buNone/>
              <a:defRPr sz="252"/>
            </a:lvl8pPr>
            <a:lvl9pPr marL="576037" indent="0" algn="ctr">
              <a:buNone/>
              <a:defRPr sz="252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1F1C-4B07-4D7E-A194-17AF101258CE}" type="datetimeFigureOut">
              <a:rPr lang="de-DE" smtClean="0"/>
              <a:t>24.10.2024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4094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1F1C-4B07-4D7E-A194-17AF101258CE}" type="datetimeFigureOut">
              <a:rPr lang="de-DE" smtClean="0"/>
              <a:t>24.10.2024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3896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41" y="358968"/>
            <a:ext cx="1241882" cy="598943"/>
          </a:xfrm>
        </p:spPr>
        <p:txBody>
          <a:bodyPr anchor="b"/>
          <a:lstStyle>
            <a:lvl1pPr>
              <a:defRPr sz="94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41" y="963575"/>
            <a:ext cx="1241882" cy="314970"/>
          </a:xfrm>
        </p:spPr>
        <p:txBody>
          <a:bodyPr/>
          <a:lstStyle>
            <a:lvl1pPr marL="0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1pPr>
            <a:lvl2pPr marL="72005" indent="0">
              <a:buNone/>
              <a:defRPr sz="315">
                <a:solidFill>
                  <a:schemeClr val="tx1">
                    <a:tint val="82000"/>
                  </a:schemeClr>
                </a:solidFill>
              </a:defRPr>
            </a:lvl2pPr>
            <a:lvl3pPr marL="144009" indent="0">
              <a:buNone/>
              <a:defRPr sz="284">
                <a:solidFill>
                  <a:schemeClr val="tx1">
                    <a:tint val="82000"/>
                  </a:schemeClr>
                </a:solidFill>
              </a:defRPr>
            </a:lvl3pPr>
            <a:lvl4pPr marL="216013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4pPr>
            <a:lvl5pPr marL="288020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5pPr>
            <a:lvl6pPr marL="360023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6pPr>
            <a:lvl7pPr marL="432028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7pPr>
            <a:lvl8pPr marL="504033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8pPr>
            <a:lvl9pPr marL="576037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1F1C-4B07-4D7E-A194-17AF101258CE}" type="datetimeFigureOut">
              <a:rPr lang="de-DE" smtClean="0"/>
              <a:t>24.10.2024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7212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990" y="383297"/>
            <a:ext cx="611942" cy="91358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8931" y="383297"/>
            <a:ext cx="611942" cy="91358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1F1C-4B07-4D7E-A194-17AF101258CE}" type="datetimeFigureOut">
              <a:rPr lang="de-DE" smtClean="0"/>
              <a:t>24.10.2024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3991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78" y="76660"/>
            <a:ext cx="1241882" cy="27830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79" y="352967"/>
            <a:ext cx="609130" cy="172983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2005" indent="0">
              <a:buNone/>
              <a:defRPr sz="315" b="1"/>
            </a:lvl2pPr>
            <a:lvl3pPr marL="144009" indent="0">
              <a:buNone/>
              <a:defRPr sz="284" b="1"/>
            </a:lvl3pPr>
            <a:lvl4pPr marL="216013" indent="0">
              <a:buNone/>
              <a:defRPr sz="252" b="1"/>
            </a:lvl4pPr>
            <a:lvl5pPr marL="288020" indent="0">
              <a:buNone/>
              <a:defRPr sz="252" b="1"/>
            </a:lvl5pPr>
            <a:lvl6pPr marL="360023" indent="0">
              <a:buNone/>
              <a:defRPr sz="252" b="1"/>
            </a:lvl6pPr>
            <a:lvl7pPr marL="432028" indent="0">
              <a:buNone/>
              <a:defRPr sz="252" b="1"/>
            </a:lvl7pPr>
            <a:lvl8pPr marL="504033" indent="0">
              <a:buNone/>
              <a:defRPr sz="252" b="1"/>
            </a:lvl8pPr>
            <a:lvl9pPr marL="576037" indent="0">
              <a:buNone/>
              <a:defRPr sz="25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79" y="525951"/>
            <a:ext cx="609130" cy="77359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8931" y="352967"/>
            <a:ext cx="612129" cy="172983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2005" indent="0">
              <a:buNone/>
              <a:defRPr sz="315" b="1"/>
            </a:lvl2pPr>
            <a:lvl3pPr marL="144009" indent="0">
              <a:buNone/>
              <a:defRPr sz="284" b="1"/>
            </a:lvl3pPr>
            <a:lvl4pPr marL="216013" indent="0">
              <a:buNone/>
              <a:defRPr sz="252" b="1"/>
            </a:lvl4pPr>
            <a:lvl5pPr marL="288020" indent="0">
              <a:buNone/>
              <a:defRPr sz="252" b="1"/>
            </a:lvl5pPr>
            <a:lvl6pPr marL="360023" indent="0">
              <a:buNone/>
              <a:defRPr sz="252" b="1"/>
            </a:lvl6pPr>
            <a:lvl7pPr marL="432028" indent="0">
              <a:buNone/>
              <a:defRPr sz="252" b="1"/>
            </a:lvl7pPr>
            <a:lvl8pPr marL="504033" indent="0">
              <a:buNone/>
              <a:defRPr sz="252" b="1"/>
            </a:lvl8pPr>
            <a:lvl9pPr marL="576037" indent="0">
              <a:buNone/>
              <a:defRPr sz="25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8931" y="525951"/>
            <a:ext cx="612129" cy="77359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1F1C-4B07-4D7E-A194-17AF101258CE}" type="datetimeFigureOut">
              <a:rPr lang="de-DE" smtClean="0"/>
              <a:t>24.10.2024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2649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1F1C-4B07-4D7E-A194-17AF101258CE}" type="datetimeFigureOut">
              <a:rPr lang="de-DE" smtClean="0"/>
              <a:t>24.10.2024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944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1F1C-4B07-4D7E-A194-17AF101258CE}" type="datetimeFigureOut">
              <a:rPr lang="de-DE" smtClean="0"/>
              <a:t>24.10.2024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7504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78" y="95993"/>
            <a:ext cx="464393" cy="335968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29" y="207315"/>
            <a:ext cx="728931" cy="1023236"/>
          </a:xfrm>
        </p:spPr>
        <p:txBody>
          <a:bodyPr/>
          <a:lstStyle>
            <a:lvl1pPr>
              <a:defRPr sz="504"/>
            </a:lvl1pPr>
            <a:lvl2pPr>
              <a:defRPr sz="441"/>
            </a:lvl2pPr>
            <a:lvl3pPr>
              <a:defRPr sz="378"/>
            </a:lvl3pPr>
            <a:lvl4pPr>
              <a:defRPr sz="315"/>
            </a:lvl4pPr>
            <a:lvl5pPr>
              <a:defRPr sz="315"/>
            </a:lvl5pPr>
            <a:lvl6pPr>
              <a:defRPr sz="315"/>
            </a:lvl6pPr>
            <a:lvl7pPr>
              <a:defRPr sz="315"/>
            </a:lvl7pPr>
            <a:lvl8pPr>
              <a:defRPr sz="315"/>
            </a:lvl8pPr>
            <a:lvl9pPr>
              <a:defRPr sz="31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78" y="431960"/>
            <a:ext cx="464393" cy="800256"/>
          </a:xfrm>
        </p:spPr>
        <p:txBody>
          <a:bodyPr/>
          <a:lstStyle>
            <a:lvl1pPr marL="0" indent="0">
              <a:buNone/>
              <a:defRPr sz="252"/>
            </a:lvl1pPr>
            <a:lvl2pPr marL="72005" indent="0">
              <a:buNone/>
              <a:defRPr sz="220"/>
            </a:lvl2pPr>
            <a:lvl3pPr marL="144009" indent="0">
              <a:buNone/>
              <a:defRPr sz="188"/>
            </a:lvl3pPr>
            <a:lvl4pPr marL="216013" indent="0">
              <a:buNone/>
              <a:defRPr sz="158"/>
            </a:lvl4pPr>
            <a:lvl5pPr marL="288020" indent="0">
              <a:buNone/>
              <a:defRPr sz="158"/>
            </a:lvl5pPr>
            <a:lvl6pPr marL="360023" indent="0">
              <a:buNone/>
              <a:defRPr sz="158"/>
            </a:lvl6pPr>
            <a:lvl7pPr marL="432028" indent="0">
              <a:buNone/>
              <a:defRPr sz="158"/>
            </a:lvl7pPr>
            <a:lvl8pPr marL="504033" indent="0">
              <a:buNone/>
              <a:defRPr sz="158"/>
            </a:lvl8pPr>
            <a:lvl9pPr marL="576037" indent="0">
              <a:buNone/>
              <a:defRPr sz="158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1F1C-4B07-4D7E-A194-17AF101258CE}" type="datetimeFigureOut">
              <a:rPr lang="de-DE" smtClean="0"/>
              <a:t>24.10.2024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6847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78" y="95993"/>
            <a:ext cx="464393" cy="335968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29" y="207315"/>
            <a:ext cx="728931" cy="1023236"/>
          </a:xfrm>
        </p:spPr>
        <p:txBody>
          <a:bodyPr anchor="t"/>
          <a:lstStyle>
            <a:lvl1pPr marL="0" indent="0">
              <a:buNone/>
              <a:defRPr sz="504"/>
            </a:lvl1pPr>
            <a:lvl2pPr marL="72005" indent="0">
              <a:buNone/>
              <a:defRPr sz="441"/>
            </a:lvl2pPr>
            <a:lvl3pPr marL="144009" indent="0">
              <a:buNone/>
              <a:defRPr sz="378"/>
            </a:lvl3pPr>
            <a:lvl4pPr marL="216013" indent="0">
              <a:buNone/>
              <a:defRPr sz="315"/>
            </a:lvl4pPr>
            <a:lvl5pPr marL="288020" indent="0">
              <a:buNone/>
              <a:defRPr sz="315"/>
            </a:lvl5pPr>
            <a:lvl6pPr marL="360023" indent="0">
              <a:buNone/>
              <a:defRPr sz="315"/>
            </a:lvl6pPr>
            <a:lvl7pPr marL="432028" indent="0">
              <a:buNone/>
              <a:defRPr sz="315"/>
            </a:lvl7pPr>
            <a:lvl8pPr marL="504033" indent="0">
              <a:buNone/>
              <a:defRPr sz="315"/>
            </a:lvl8pPr>
            <a:lvl9pPr marL="576037" indent="0">
              <a:buNone/>
              <a:defRPr sz="31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78" y="431960"/>
            <a:ext cx="464393" cy="800256"/>
          </a:xfrm>
        </p:spPr>
        <p:txBody>
          <a:bodyPr/>
          <a:lstStyle>
            <a:lvl1pPr marL="0" indent="0">
              <a:buNone/>
              <a:defRPr sz="252"/>
            </a:lvl1pPr>
            <a:lvl2pPr marL="72005" indent="0">
              <a:buNone/>
              <a:defRPr sz="220"/>
            </a:lvl2pPr>
            <a:lvl3pPr marL="144009" indent="0">
              <a:buNone/>
              <a:defRPr sz="188"/>
            </a:lvl3pPr>
            <a:lvl4pPr marL="216013" indent="0">
              <a:buNone/>
              <a:defRPr sz="158"/>
            </a:lvl4pPr>
            <a:lvl5pPr marL="288020" indent="0">
              <a:buNone/>
              <a:defRPr sz="158"/>
            </a:lvl5pPr>
            <a:lvl6pPr marL="360023" indent="0">
              <a:buNone/>
              <a:defRPr sz="158"/>
            </a:lvl6pPr>
            <a:lvl7pPr marL="432028" indent="0">
              <a:buNone/>
              <a:defRPr sz="158"/>
            </a:lvl7pPr>
            <a:lvl8pPr marL="504033" indent="0">
              <a:buNone/>
              <a:defRPr sz="158"/>
            </a:lvl8pPr>
            <a:lvl9pPr marL="576037" indent="0">
              <a:buNone/>
              <a:defRPr sz="158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1F1C-4B07-4D7E-A194-17AF101258CE}" type="datetimeFigureOut">
              <a:rPr lang="de-DE" smtClean="0"/>
              <a:t>24.10.2024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9416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1F1C-4B07-4D7E-A194-17AF101258CE}" type="datetimeFigureOut">
              <a:rPr lang="de-DE" smtClean="0"/>
              <a:t>24.10.2024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2651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401" y="76661"/>
            <a:ext cx="310471" cy="122021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8991" y="76661"/>
            <a:ext cx="913413" cy="122021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1F1C-4B07-4D7E-A194-17AF101258CE}" type="datetimeFigureOut">
              <a:rPr lang="de-DE" smtClean="0"/>
              <a:t>24.10.2024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8819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991" y="76660"/>
            <a:ext cx="1241882" cy="278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991" y="383297"/>
            <a:ext cx="1241882" cy="913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8993" y="1334540"/>
            <a:ext cx="323969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241F1C-4B07-4D7E-A194-17AF101258CE}" type="datetimeFigureOut">
              <a:rPr lang="de-DE" smtClean="0"/>
              <a:t>24.10.2024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6956" y="1334540"/>
            <a:ext cx="485955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906" y="1334540"/>
            <a:ext cx="323969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9050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44009" rtl="0" eaLnBrk="1" latinLnBrk="0" hangingPunct="1">
        <a:lnSpc>
          <a:spcPct val="90000"/>
        </a:lnSpc>
        <a:spcBef>
          <a:spcPct val="0"/>
        </a:spcBef>
        <a:buNone/>
        <a:defRPr sz="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3" indent="-36003" algn="l" defTabSz="144009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441" kern="1200">
          <a:solidFill>
            <a:schemeClr val="tx1"/>
          </a:solidFill>
          <a:latin typeface="+mn-lt"/>
          <a:ea typeface="+mn-ea"/>
          <a:cs typeface="+mn-cs"/>
        </a:defRPr>
      </a:lvl1pPr>
      <a:lvl2pPr marL="108007" indent="-36003" algn="l" defTabSz="144009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80012" indent="-36003" algn="l" defTabSz="144009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15" kern="1200">
          <a:solidFill>
            <a:schemeClr val="tx1"/>
          </a:solidFill>
          <a:latin typeface="+mn-lt"/>
          <a:ea typeface="+mn-ea"/>
          <a:cs typeface="+mn-cs"/>
        </a:defRPr>
      </a:lvl3pPr>
      <a:lvl4pPr marL="252018" indent="-36003" algn="l" defTabSz="144009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4pPr>
      <a:lvl5pPr marL="324021" indent="-36003" algn="l" defTabSz="144009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5pPr>
      <a:lvl6pPr marL="396026" indent="-36003" algn="l" defTabSz="144009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6pPr>
      <a:lvl7pPr marL="468031" indent="-36003" algn="l" defTabSz="144009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7pPr>
      <a:lvl8pPr marL="540036" indent="-36003" algn="l" defTabSz="144009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8pPr>
      <a:lvl9pPr marL="612040" indent="-36003" algn="l" defTabSz="144009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4009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1pPr>
      <a:lvl2pPr marL="72005" algn="l" defTabSz="144009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2pPr>
      <a:lvl3pPr marL="144009" algn="l" defTabSz="144009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3pPr>
      <a:lvl4pPr marL="216013" algn="l" defTabSz="144009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4pPr>
      <a:lvl5pPr marL="288020" algn="l" defTabSz="144009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5pPr>
      <a:lvl6pPr marL="360023" algn="l" defTabSz="144009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6pPr>
      <a:lvl7pPr marL="432028" algn="l" defTabSz="144009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7pPr>
      <a:lvl8pPr marL="504033" algn="l" defTabSz="144009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8pPr>
      <a:lvl9pPr marL="576037" algn="l" defTabSz="144009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A7574748-3B5E-8F62-98E7-BF3132434DB9}"/>
              </a:ext>
            </a:extLst>
          </p:cNvPr>
          <p:cNvGrpSpPr/>
          <p:nvPr/>
        </p:nvGrpSpPr>
        <p:grpSpPr>
          <a:xfrm>
            <a:off x="243419" y="241983"/>
            <a:ext cx="953024" cy="955895"/>
            <a:chOff x="595313" y="610172"/>
            <a:chExt cx="953025" cy="955895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4E602CB2-F2FC-8C5E-F766-9325464E29D4}"/>
                </a:ext>
              </a:extLst>
            </p:cNvPr>
            <p:cNvSpPr/>
            <p:nvPr/>
          </p:nvSpPr>
          <p:spPr>
            <a:xfrm>
              <a:off x="595313" y="670718"/>
              <a:ext cx="895349" cy="89534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576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5C917434-DCBB-EB46-FDE1-0F24BA0361AF}"/>
                </a:ext>
              </a:extLst>
            </p:cNvPr>
            <p:cNvSpPr/>
            <p:nvPr/>
          </p:nvSpPr>
          <p:spPr>
            <a:xfrm>
              <a:off x="716756" y="1050132"/>
              <a:ext cx="419100" cy="419100"/>
            </a:xfrm>
            <a:prstGeom prst="ellipse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576">
                <a:ln w="3175">
                  <a:solidFill>
                    <a:schemeClr val="tx1"/>
                  </a:solidFill>
                </a:ln>
              </a:endParaRPr>
            </a:p>
          </p:txBody>
        </p: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CFB2652A-5953-FD6D-2319-0AB62B61E008}"/>
                </a:ext>
              </a:extLst>
            </p:cNvPr>
            <p:cNvCxnSpPr>
              <a:stCxn id="5" idx="7"/>
            </p:cNvCxnSpPr>
            <p:nvPr/>
          </p:nvCxnSpPr>
          <p:spPr>
            <a:xfrm flipV="1">
              <a:off x="1359541" y="726281"/>
              <a:ext cx="78734" cy="75558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609574E6-3F45-1C6E-D8B2-11FEC3FC6B2D}"/>
                    </a:ext>
                  </a:extLst>
                </p:cNvPr>
                <p:cNvSpPr txBox="1"/>
                <p:nvPr/>
              </p:nvSpPr>
              <p:spPr>
                <a:xfrm>
                  <a:off x="1432985" y="610172"/>
                  <a:ext cx="115353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00" i="1"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de-DE" sz="1000" dirty="0"/>
                </a:p>
              </p:txBody>
            </p:sp>
          </mc:Choice>
          <mc:Fallback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609574E6-3F45-1C6E-D8B2-11FEC3FC6B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2985" y="610172"/>
                  <a:ext cx="115353" cy="153888"/>
                </a:xfrm>
                <a:prstGeom prst="rect">
                  <a:avLst/>
                </a:prstGeom>
                <a:blipFill>
                  <a:blip r:embed="rId2"/>
                  <a:stretch>
                    <a:fillRect l="-26316" r="-26316" b="-4000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feld 17">
                  <a:extLst>
                    <a:ext uri="{FF2B5EF4-FFF2-40B4-BE49-F238E27FC236}">
                      <a16:creationId xmlns:a16="http://schemas.microsoft.com/office/drawing/2014/main" id="{A15C547F-67DC-7138-BC61-46DE163E804F}"/>
                    </a:ext>
                  </a:extLst>
                </p:cNvPr>
                <p:cNvSpPr txBox="1"/>
                <p:nvPr/>
              </p:nvSpPr>
              <p:spPr>
                <a:xfrm>
                  <a:off x="857409" y="1182738"/>
                  <a:ext cx="137794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00" i="1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de-DE" sz="1000" dirty="0"/>
                </a:p>
              </p:txBody>
            </p:sp>
          </mc:Choice>
          <mc:Fallback>
            <p:sp>
              <p:nvSpPr>
                <p:cNvPr id="18" name="Textfeld 17">
                  <a:extLst>
                    <a:ext uri="{FF2B5EF4-FFF2-40B4-BE49-F238E27FC236}">
                      <a16:creationId xmlns:a16="http://schemas.microsoft.com/office/drawing/2014/main" id="{A15C547F-67DC-7138-BC61-46DE163E80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409" y="1182738"/>
                  <a:ext cx="137794" cy="153888"/>
                </a:xfrm>
                <a:prstGeom prst="rect">
                  <a:avLst/>
                </a:prstGeom>
                <a:blipFill>
                  <a:blip r:embed="rId3"/>
                  <a:stretch>
                    <a:fillRect l="-26087" r="-17391" b="-4000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feld 18">
                  <a:extLst>
                    <a:ext uri="{FF2B5EF4-FFF2-40B4-BE49-F238E27FC236}">
                      <a16:creationId xmlns:a16="http://schemas.microsoft.com/office/drawing/2014/main" id="{A445EE8B-6E28-2AE8-4999-8477F9578C4E}"/>
                    </a:ext>
                  </a:extLst>
                </p:cNvPr>
                <p:cNvSpPr txBox="1"/>
                <p:nvPr/>
              </p:nvSpPr>
              <p:spPr>
                <a:xfrm>
                  <a:off x="1101293" y="896244"/>
                  <a:ext cx="192552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sz="1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0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de-DE" sz="1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oMath>
                    </m:oMathPara>
                  </a14:m>
                  <a:endParaRPr lang="de-DE" sz="1000" dirty="0"/>
                </a:p>
              </p:txBody>
            </p:sp>
          </mc:Choice>
          <mc:Fallback>
            <p:sp>
              <p:nvSpPr>
                <p:cNvPr id="19" name="Textfeld 18">
                  <a:extLst>
                    <a:ext uri="{FF2B5EF4-FFF2-40B4-BE49-F238E27FC236}">
                      <a16:creationId xmlns:a16="http://schemas.microsoft.com/office/drawing/2014/main" id="{A445EE8B-6E28-2AE8-4999-8477F9578C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1293" y="896244"/>
                  <a:ext cx="192552" cy="153888"/>
                </a:xfrm>
                <a:prstGeom prst="rect">
                  <a:avLst/>
                </a:prstGeom>
                <a:blipFill>
                  <a:blip r:embed="rId4"/>
                  <a:stretch>
                    <a:fillRect l="-18750" r="-3125" b="-4000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45506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</Words>
  <Application>Microsoft Office PowerPoint</Application>
  <PresentationFormat>Benutzerdefiniert</PresentationFormat>
  <Paragraphs>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Ostwald</dc:creator>
  <cp:lastModifiedBy>Dirk Ostwald</cp:lastModifiedBy>
  <cp:revision>8</cp:revision>
  <dcterms:created xsi:type="dcterms:W3CDTF">2024-09-11T05:03:47Z</dcterms:created>
  <dcterms:modified xsi:type="dcterms:W3CDTF">2024-10-24T08:37:36Z</dcterms:modified>
</cp:coreProperties>
</file>