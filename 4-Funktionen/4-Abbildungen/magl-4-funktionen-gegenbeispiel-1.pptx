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3240088" cy="1800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244" autoAdjust="0"/>
    <p:restoredTop sz="94660"/>
  </p:normalViewPr>
  <p:slideViewPr>
    <p:cSldViewPr snapToGrid="0">
      <p:cViewPr varScale="1">
        <p:scale>
          <a:sx n="400" d="100"/>
          <a:sy n="400" d="100"/>
        </p:scale>
        <p:origin x="2976" y="2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5011" y="294620"/>
            <a:ext cx="2430066" cy="626745"/>
          </a:xfrm>
        </p:spPr>
        <p:txBody>
          <a:bodyPr anchor="b"/>
          <a:lstStyle>
            <a:lvl1pPr algn="ctr">
              <a:defRPr sz="157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011" y="945535"/>
            <a:ext cx="2430066" cy="434638"/>
          </a:xfrm>
        </p:spPr>
        <p:txBody>
          <a:bodyPr/>
          <a:lstStyle>
            <a:lvl1pPr marL="0" indent="0" algn="ctr">
              <a:buNone/>
              <a:defRPr sz="630"/>
            </a:lvl1pPr>
            <a:lvl2pPr marL="120015" indent="0" algn="ctr">
              <a:buNone/>
              <a:defRPr sz="525"/>
            </a:lvl2pPr>
            <a:lvl3pPr marL="240030" indent="0" algn="ctr">
              <a:buNone/>
              <a:defRPr sz="472"/>
            </a:lvl3pPr>
            <a:lvl4pPr marL="360045" indent="0" algn="ctr">
              <a:buNone/>
              <a:defRPr sz="420"/>
            </a:lvl4pPr>
            <a:lvl5pPr marL="480060" indent="0" algn="ctr">
              <a:buNone/>
              <a:defRPr sz="420"/>
            </a:lvl5pPr>
            <a:lvl6pPr marL="600075" indent="0" algn="ctr">
              <a:buNone/>
              <a:defRPr sz="420"/>
            </a:lvl6pPr>
            <a:lvl7pPr marL="720090" indent="0" algn="ctr">
              <a:buNone/>
              <a:defRPr sz="420"/>
            </a:lvl7pPr>
            <a:lvl8pPr marL="840105" indent="0" algn="ctr">
              <a:buNone/>
              <a:defRPr sz="420"/>
            </a:lvl8pPr>
            <a:lvl9pPr marL="960120" indent="0" algn="ctr">
              <a:buNone/>
              <a:defRPr sz="42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7ACE9-38FF-44DF-8710-9B175AD294A3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8FBC7-376D-4229-A0DE-BB91F08ACB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8061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7ACE9-38FF-44DF-8710-9B175AD294A3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8FBC7-376D-4229-A0DE-BB91F08ACB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8672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68" y="448807"/>
            <a:ext cx="2794576" cy="748843"/>
          </a:xfrm>
        </p:spPr>
        <p:txBody>
          <a:bodyPr anchor="b"/>
          <a:lstStyle>
            <a:lvl1pPr>
              <a:defRPr sz="157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68" y="1204734"/>
            <a:ext cx="2794576" cy="393799"/>
          </a:xfrm>
        </p:spPr>
        <p:txBody>
          <a:bodyPr/>
          <a:lstStyle>
            <a:lvl1pPr marL="0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1pPr>
            <a:lvl2pPr marL="120015" indent="0">
              <a:buNone/>
              <a:defRPr sz="525">
                <a:solidFill>
                  <a:schemeClr val="tx1">
                    <a:tint val="82000"/>
                  </a:schemeClr>
                </a:solidFill>
              </a:defRPr>
            </a:lvl2pPr>
            <a:lvl3pPr marL="240030" indent="0">
              <a:buNone/>
              <a:defRPr sz="472">
                <a:solidFill>
                  <a:schemeClr val="tx1">
                    <a:tint val="82000"/>
                  </a:schemeClr>
                </a:solidFill>
              </a:defRPr>
            </a:lvl3pPr>
            <a:lvl4pPr marL="360045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4pPr>
            <a:lvl5pPr marL="480060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5pPr>
            <a:lvl6pPr marL="600075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6pPr>
            <a:lvl7pPr marL="720090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7pPr>
            <a:lvl8pPr marL="840105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8pPr>
            <a:lvl9pPr marL="960120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7ACE9-38FF-44DF-8710-9B175AD294A3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8FBC7-376D-4229-A0DE-BB91F08ACB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8324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56" y="479227"/>
            <a:ext cx="1377037" cy="11422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95" y="479227"/>
            <a:ext cx="1377037" cy="11422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7ACE9-38FF-44DF-8710-9B175AD294A3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8FBC7-376D-4229-A0DE-BB91F08ACB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5019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78" y="95846"/>
            <a:ext cx="2794576" cy="34796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78" y="441305"/>
            <a:ext cx="1370709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78" y="657582"/>
            <a:ext cx="1370709" cy="9672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95" y="441305"/>
            <a:ext cx="1377459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95" y="657582"/>
            <a:ext cx="1377459" cy="9672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7ACE9-38FF-44DF-8710-9B175AD294A3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8FBC7-376D-4229-A0DE-BB91F08ACB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8364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7ACE9-38FF-44DF-8710-9B175AD294A3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8FBC7-376D-4229-A0DE-BB91F08ACB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7118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7ACE9-38FF-44DF-8710-9B175AD294A3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8FBC7-376D-4229-A0DE-BB91F08ACB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7097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78" y="120015"/>
            <a:ext cx="1045013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459" y="259199"/>
            <a:ext cx="1640295" cy="1279327"/>
          </a:xfrm>
        </p:spPr>
        <p:txBody>
          <a:bodyPr/>
          <a:lstStyle>
            <a:lvl1pPr>
              <a:defRPr sz="840"/>
            </a:lvl1pPr>
            <a:lvl2pPr>
              <a:defRPr sz="735"/>
            </a:lvl2pPr>
            <a:lvl3pPr>
              <a:defRPr sz="630"/>
            </a:lvl3pPr>
            <a:lvl4pPr>
              <a:defRPr sz="525"/>
            </a:lvl4pPr>
            <a:lvl5pPr>
              <a:defRPr sz="525"/>
            </a:lvl5pPr>
            <a:lvl6pPr>
              <a:defRPr sz="525"/>
            </a:lvl6pPr>
            <a:lvl7pPr>
              <a:defRPr sz="525"/>
            </a:lvl7pPr>
            <a:lvl8pPr>
              <a:defRPr sz="525"/>
            </a:lvl8pPr>
            <a:lvl9pPr>
              <a:defRPr sz="525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78" y="540067"/>
            <a:ext cx="1045013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7ACE9-38FF-44DF-8710-9B175AD294A3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8FBC7-376D-4229-A0DE-BB91F08ACB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9270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78" y="120015"/>
            <a:ext cx="1045013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459" y="259199"/>
            <a:ext cx="1640295" cy="1279327"/>
          </a:xfrm>
        </p:spPr>
        <p:txBody>
          <a:bodyPr anchor="t"/>
          <a:lstStyle>
            <a:lvl1pPr marL="0" indent="0">
              <a:buNone/>
              <a:defRPr sz="840"/>
            </a:lvl1pPr>
            <a:lvl2pPr marL="120015" indent="0">
              <a:buNone/>
              <a:defRPr sz="735"/>
            </a:lvl2pPr>
            <a:lvl3pPr marL="240030" indent="0">
              <a:buNone/>
              <a:defRPr sz="630"/>
            </a:lvl3pPr>
            <a:lvl4pPr marL="360045" indent="0">
              <a:buNone/>
              <a:defRPr sz="525"/>
            </a:lvl4pPr>
            <a:lvl5pPr marL="480060" indent="0">
              <a:buNone/>
              <a:defRPr sz="525"/>
            </a:lvl5pPr>
            <a:lvl6pPr marL="600075" indent="0">
              <a:buNone/>
              <a:defRPr sz="525"/>
            </a:lvl6pPr>
            <a:lvl7pPr marL="720090" indent="0">
              <a:buNone/>
              <a:defRPr sz="525"/>
            </a:lvl7pPr>
            <a:lvl8pPr marL="840105" indent="0">
              <a:buNone/>
              <a:defRPr sz="525"/>
            </a:lvl8pPr>
            <a:lvl9pPr marL="960120" indent="0">
              <a:buNone/>
              <a:defRPr sz="525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78" y="540067"/>
            <a:ext cx="1045013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7ACE9-38FF-44DF-8710-9B175AD294A3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8FBC7-376D-4229-A0DE-BB91F08ACB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0614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7ACE9-38FF-44DF-8710-9B175AD294A3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8FBC7-376D-4229-A0DE-BB91F08ACB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7503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688" y="95846"/>
            <a:ext cx="698644" cy="1525607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56" y="95846"/>
            <a:ext cx="2055431" cy="1525607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7ACE9-38FF-44DF-8710-9B175AD294A3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8FBC7-376D-4229-A0DE-BB91F08ACB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7328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756" y="95846"/>
            <a:ext cx="2794576" cy="347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756" y="479227"/>
            <a:ext cx="2794576" cy="1142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2756" y="1668542"/>
            <a:ext cx="729020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D7ACE9-38FF-44DF-8710-9B175AD294A3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3279" y="1668542"/>
            <a:ext cx="1093530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8312" y="1668542"/>
            <a:ext cx="729020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08FBC7-376D-4229-A0DE-BB91F08ACB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8604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40030" rtl="0" eaLnBrk="1" latinLnBrk="0" hangingPunct="1">
        <a:lnSpc>
          <a:spcPct val="90000"/>
        </a:lnSpc>
        <a:spcBef>
          <a:spcPct val="0"/>
        </a:spcBef>
        <a:buNone/>
        <a:defRPr sz="11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008" indent="-60008" algn="l" defTabSz="24003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735" kern="1200">
          <a:solidFill>
            <a:schemeClr val="tx1"/>
          </a:solidFill>
          <a:latin typeface="+mn-lt"/>
          <a:ea typeface="+mn-ea"/>
          <a:cs typeface="+mn-cs"/>
        </a:defRPr>
      </a:lvl1pPr>
      <a:lvl2pPr marL="18002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2pPr>
      <a:lvl3pPr marL="30003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525" kern="1200">
          <a:solidFill>
            <a:schemeClr val="tx1"/>
          </a:solidFill>
          <a:latin typeface="+mn-lt"/>
          <a:ea typeface="+mn-ea"/>
          <a:cs typeface="+mn-cs"/>
        </a:defRPr>
      </a:lvl3pPr>
      <a:lvl4pPr marL="42005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54006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6008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8009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90011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102012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1pPr>
      <a:lvl2pPr marL="12001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3pPr>
      <a:lvl4pPr marL="36004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48006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0007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2009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84010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96012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74B59D5F-E6D2-F8AA-9E13-416077CC10AD}"/>
              </a:ext>
            </a:extLst>
          </p:cNvPr>
          <p:cNvGrpSpPr/>
          <p:nvPr/>
        </p:nvGrpSpPr>
        <p:grpSpPr>
          <a:xfrm>
            <a:off x="154903" y="-301625"/>
            <a:ext cx="2930282" cy="1973089"/>
            <a:chOff x="2741521" y="1631921"/>
            <a:chExt cx="2930282" cy="1937990"/>
          </a:xfrm>
        </p:grpSpPr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6B7AFC6C-A1E4-20EF-31C0-6768A7A38DC2}"/>
                </a:ext>
              </a:extLst>
            </p:cNvPr>
            <p:cNvSpPr/>
            <p:nvPr/>
          </p:nvSpPr>
          <p:spPr>
            <a:xfrm>
              <a:off x="2741521" y="2038361"/>
              <a:ext cx="1022208" cy="1531550"/>
            </a:xfrm>
            <a:prstGeom prst="ellipse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4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0963212C-DEA4-3471-3ED0-703B95928233}"/>
                    </a:ext>
                  </a:extLst>
                </p:cNvPr>
                <p:cNvSpPr txBox="1"/>
                <p:nvPr/>
              </p:nvSpPr>
              <p:spPr>
                <a:xfrm>
                  <a:off x="3070824" y="2246364"/>
                  <a:ext cx="37702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71" name="Textfeld 70">
                  <a:extLst>
                    <a:ext uri="{FF2B5EF4-FFF2-40B4-BE49-F238E27FC236}">
                      <a16:creationId xmlns:a16="http://schemas.microsoft.com/office/drawing/2014/main" id="{262112E7-96AC-41F5-7C1F-4B482CD887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0824" y="2246364"/>
                  <a:ext cx="377026" cy="353943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1DAC23FE-3C22-9A50-9F95-22D461396D33}"/>
                    </a:ext>
                  </a:extLst>
                </p:cNvPr>
                <p:cNvSpPr txBox="1"/>
                <p:nvPr/>
              </p:nvSpPr>
              <p:spPr>
                <a:xfrm>
                  <a:off x="3084860" y="2653002"/>
                  <a:ext cx="37702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72" name="Textfeld 71">
                  <a:extLst>
                    <a:ext uri="{FF2B5EF4-FFF2-40B4-BE49-F238E27FC236}">
                      <a16:creationId xmlns:a16="http://schemas.microsoft.com/office/drawing/2014/main" id="{4B9B93C1-62E7-5085-EF24-CD04B48322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4860" y="2653002"/>
                  <a:ext cx="377026" cy="35394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21DB9877-F172-BD54-733B-0B4BFA8AD1BB}"/>
                    </a:ext>
                  </a:extLst>
                </p:cNvPr>
                <p:cNvSpPr txBox="1"/>
                <p:nvPr/>
              </p:nvSpPr>
              <p:spPr>
                <a:xfrm>
                  <a:off x="3080850" y="3016461"/>
                  <a:ext cx="37702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73" name="Textfeld 72">
                  <a:extLst>
                    <a:ext uri="{FF2B5EF4-FFF2-40B4-BE49-F238E27FC236}">
                      <a16:creationId xmlns:a16="http://schemas.microsoft.com/office/drawing/2014/main" id="{B9915F3E-307A-4B28-6C49-AD7E549008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0850" y="3016461"/>
                  <a:ext cx="377026" cy="35394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D7D5EFF1-5A43-8D87-AACE-01DF96E1B9AA}"/>
                </a:ext>
              </a:extLst>
            </p:cNvPr>
            <p:cNvSpPr/>
            <p:nvPr/>
          </p:nvSpPr>
          <p:spPr>
            <a:xfrm>
              <a:off x="4649595" y="2038361"/>
              <a:ext cx="1022208" cy="1531550"/>
            </a:xfrm>
            <a:prstGeom prst="ellipse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4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56B0ED5A-210E-3DB2-DDDF-59A7D43CDD3A}"/>
                    </a:ext>
                  </a:extLst>
                </p:cNvPr>
                <p:cNvSpPr txBox="1"/>
                <p:nvPr/>
              </p:nvSpPr>
              <p:spPr>
                <a:xfrm>
                  <a:off x="4972575" y="2397264"/>
                  <a:ext cx="352661" cy="3139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40" i="1" dirty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de-DE" sz="144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75" name="Textfeld 74">
                  <a:extLst>
                    <a:ext uri="{FF2B5EF4-FFF2-40B4-BE49-F238E27FC236}">
                      <a16:creationId xmlns:a16="http://schemas.microsoft.com/office/drawing/2014/main" id="{6ECCCCAE-E48C-BE28-A323-133D17C51F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2575" y="2397264"/>
                  <a:ext cx="352661" cy="3139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564FD062-9C17-AA11-9904-6EB12F1CCF69}"/>
                    </a:ext>
                  </a:extLst>
                </p:cNvPr>
                <p:cNvSpPr txBox="1"/>
                <p:nvPr/>
              </p:nvSpPr>
              <p:spPr>
                <a:xfrm>
                  <a:off x="4959981" y="2839487"/>
                  <a:ext cx="349005" cy="3139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40" i="1" dirty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de-DE" sz="144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76" name="Textfeld 75">
                  <a:extLst>
                    <a:ext uri="{FF2B5EF4-FFF2-40B4-BE49-F238E27FC236}">
                      <a16:creationId xmlns:a16="http://schemas.microsoft.com/office/drawing/2014/main" id="{A7415FEF-186D-941B-0969-04A0F0A08B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59981" y="2839487"/>
                  <a:ext cx="349005" cy="3139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Gerade Verbindung mit Pfeil 11">
              <a:extLst>
                <a:ext uri="{FF2B5EF4-FFF2-40B4-BE49-F238E27FC236}">
                  <a16:creationId xmlns:a16="http://schemas.microsoft.com/office/drawing/2014/main" id="{1944FD7B-E1D6-E900-A13D-93D0398C469B}"/>
                </a:ext>
              </a:extLst>
            </p:cNvPr>
            <p:cNvCxnSpPr>
              <a:cxnSpLocks/>
              <a:stCxn id="6" idx="3"/>
              <a:endCxn id="10" idx="1"/>
            </p:cNvCxnSpPr>
            <p:nvPr/>
          </p:nvCxnSpPr>
          <p:spPr>
            <a:xfrm>
              <a:off x="3447850" y="2423336"/>
              <a:ext cx="1524725" cy="13089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 Verbindung mit Pfeil 12">
              <a:extLst>
                <a:ext uri="{FF2B5EF4-FFF2-40B4-BE49-F238E27FC236}">
                  <a16:creationId xmlns:a16="http://schemas.microsoft.com/office/drawing/2014/main" id="{E2DC1407-EE75-4B3F-A82D-D43E9D600403}"/>
                </a:ext>
              </a:extLst>
            </p:cNvPr>
            <p:cNvCxnSpPr>
              <a:cxnSpLocks/>
              <a:stCxn id="8" idx="3"/>
              <a:endCxn id="11" idx="1"/>
            </p:cNvCxnSpPr>
            <p:nvPr/>
          </p:nvCxnSpPr>
          <p:spPr>
            <a:xfrm flipV="1">
              <a:off x="3457876" y="2996453"/>
              <a:ext cx="1502105" cy="19698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F9B8AEDC-D9A6-4AB3-6258-E53972D581BB}"/>
                </a:ext>
              </a:extLst>
            </p:cNvPr>
            <p:cNvSpPr txBox="1"/>
            <p:nvPr/>
          </p:nvSpPr>
          <p:spPr>
            <a:xfrm>
              <a:off x="3566710" y="1631921"/>
              <a:ext cx="18473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de-DE" sz="14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4019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</Words>
  <Application>Microsoft Office PowerPoint</Application>
  <PresentationFormat>Benutzerdefiniert</PresentationFormat>
  <Paragraphs>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CMU Bright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Ostwald</dc:creator>
  <cp:lastModifiedBy>Dirk Ostwald</cp:lastModifiedBy>
  <cp:revision>1</cp:revision>
  <dcterms:created xsi:type="dcterms:W3CDTF">2024-09-23T05:01:49Z</dcterms:created>
  <dcterms:modified xsi:type="dcterms:W3CDTF">2024-09-23T05:06:07Z</dcterms:modified>
</cp:coreProperties>
</file>