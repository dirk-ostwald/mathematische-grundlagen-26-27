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8" r:id="rId2"/>
  </p:sldIdLst>
  <p:sldSz cx="360045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92" autoAdjust="0"/>
    <p:restoredTop sz="94660"/>
  </p:normalViewPr>
  <p:slideViewPr>
    <p:cSldViewPr snapToGrid="0">
      <p:cViewPr varScale="1">
        <p:scale>
          <a:sx n="363" d="100"/>
          <a:sy n="363" d="100"/>
        </p:scale>
        <p:origin x="290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471289"/>
            <a:ext cx="3060383" cy="1002571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512522"/>
            <a:ext cx="2700338" cy="695267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39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64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717932"/>
            <a:ext cx="3105388" cy="1197885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927150"/>
            <a:ext cx="3105388" cy="629940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88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766593"/>
            <a:ext cx="1530191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766593"/>
            <a:ext cx="1530191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916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53319"/>
            <a:ext cx="3105388" cy="55661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705933"/>
            <a:ext cx="1523159" cy="34596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051899"/>
            <a:ext cx="1523159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705933"/>
            <a:ext cx="1530660" cy="34596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051899"/>
            <a:ext cx="1530660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09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87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17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982"/>
            <a:ext cx="1161239" cy="6719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414628"/>
            <a:ext cx="1822728" cy="2046471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863918"/>
            <a:ext cx="1161239" cy="160051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86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982"/>
            <a:ext cx="1161239" cy="6719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414628"/>
            <a:ext cx="1822728" cy="2046471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863918"/>
            <a:ext cx="1161239" cy="160051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399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42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53319"/>
            <a:ext cx="776347" cy="244043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53319"/>
            <a:ext cx="2284035" cy="24404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34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53319"/>
            <a:ext cx="3105388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766593"/>
            <a:ext cx="3105388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2669079"/>
            <a:ext cx="81010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2669079"/>
            <a:ext cx="1215152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2669079"/>
            <a:ext cx="81010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00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F1C34E8-2548-8E99-2B50-418FF3AE37E0}"/>
              </a:ext>
            </a:extLst>
          </p:cNvPr>
          <p:cNvGrpSpPr/>
          <p:nvPr/>
        </p:nvGrpSpPr>
        <p:grpSpPr>
          <a:xfrm>
            <a:off x="-110592" y="153896"/>
            <a:ext cx="3821633" cy="2571933"/>
            <a:chOff x="7932480" y="794978"/>
            <a:chExt cx="3821633" cy="2571933"/>
          </a:xfrm>
        </p:grpSpPr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B4DD3B21-A18C-7DCE-127D-FDDFAE8B803A}"/>
                </a:ext>
              </a:extLst>
            </p:cNvPr>
            <p:cNvSpPr/>
            <p:nvPr/>
          </p:nvSpPr>
          <p:spPr>
            <a:xfrm>
              <a:off x="8963491" y="1734874"/>
              <a:ext cx="453627" cy="15023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Ellipse 181">
              <a:extLst>
                <a:ext uri="{FF2B5EF4-FFF2-40B4-BE49-F238E27FC236}">
                  <a16:creationId xmlns:a16="http://schemas.microsoft.com/office/drawing/2014/main" id="{7C11A1FB-1D1D-0A16-23D8-18337F8A6640}"/>
                </a:ext>
              </a:extLst>
            </p:cNvPr>
            <p:cNvSpPr/>
            <p:nvPr/>
          </p:nvSpPr>
          <p:spPr>
            <a:xfrm>
              <a:off x="10446119" y="2248443"/>
              <a:ext cx="634583" cy="9412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8CCF5BD9-4DE3-F6A5-2619-DDA3FCD93E5F}"/>
                </a:ext>
              </a:extLst>
            </p:cNvPr>
            <p:cNvSpPr/>
            <p:nvPr/>
          </p:nvSpPr>
          <p:spPr>
            <a:xfrm>
              <a:off x="8776009" y="1210118"/>
              <a:ext cx="837887" cy="2156793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0DF3DCA0-BC20-226B-0069-562EC4B284DC}"/>
                    </a:ext>
                  </a:extLst>
                </p:cNvPr>
                <p:cNvSpPr txBox="1"/>
                <p:nvPr/>
              </p:nvSpPr>
              <p:spPr>
                <a:xfrm>
                  <a:off x="8989229" y="1418121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0DF3DCA0-BC20-226B-0069-562EC4B28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9229" y="1418121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3B56D55F-6BF6-AEB8-D373-1DA38B4D049B}"/>
                    </a:ext>
                  </a:extLst>
                </p:cNvPr>
                <p:cNvSpPr txBox="1"/>
                <p:nvPr/>
              </p:nvSpPr>
              <p:spPr>
                <a:xfrm>
                  <a:off x="9003266" y="1784417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3B56D55F-6BF6-AEB8-D373-1DA38B4D04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266" y="1784417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feld 165">
                  <a:extLst>
                    <a:ext uri="{FF2B5EF4-FFF2-40B4-BE49-F238E27FC236}">
                      <a16:creationId xmlns:a16="http://schemas.microsoft.com/office/drawing/2014/main" id="{EA7691DD-78EE-0417-FF47-70906E6BBB53}"/>
                    </a:ext>
                  </a:extLst>
                </p:cNvPr>
                <p:cNvSpPr txBox="1"/>
                <p:nvPr/>
              </p:nvSpPr>
              <p:spPr>
                <a:xfrm>
                  <a:off x="8999255" y="2150713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66" name="Textfeld 165">
                  <a:extLst>
                    <a:ext uri="{FF2B5EF4-FFF2-40B4-BE49-F238E27FC236}">
                      <a16:creationId xmlns:a16="http://schemas.microsoft.com/office/drawing/2014/main" id="{EA7691DD-78EE-0417-FF47-70906E6BB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255" y="2150713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8B337C41-267D-D215-AAFC-7AB5C19ED781}"/>
                </a:ext>
              </a:extLst>
            </p:cNvPr>
            <p:cNvSpPr/>
            <p:nvPr/>
          </p:nvSpPr>
          <p:spPr>
            <a:xfrm>
              <a:off x="10282082" y="1210117"/>
              <a:ext cx="967083" cy="2156792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feld 167">
                  <a:extLst>
                    <a:ext uri="{FF2B5EF4-FFF2-40B4-BE49-F238E27FC236}">
                      <a16:creationId xmlns:a16="http://schemas.microsoft.com/office/drawing/2014/main" id="{857C22F7-036E-1159-CF61-D006F6459406}"/>
                    </a:ext>
                  </a:extLst>
                </p:cNvPr>
                <p:cNvSpPr txBox="1"/>
                <p:nvPr/>
              </p:nvSpPr>
              <p:spPr>
                <a:xfrm>
                  <a:off x="8999255" y="2517009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68" name="Textfeld 167">
                  <a:extLst>
                    <a:ext uri="{FF2B5EF4-FFF2-40B4-BE49-F238E27FC236}">
                      <a16:creationId xmlns:a16="http://schemas.microsoft.com/office/drawing/2014/main" id="{857C22F7-036E-1159-CF61-D006F6459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255" y="2517009"/>
                  <a:ext cx="377026" cy="3539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feld 168">
                  <a:extLst>
                    <a:ext uri="{FF2B5EF4-FFF2-40B4-BE49-F238E27FC236}">
                      <a16:creationId xmlns:a16="http://schemas.microsoft.com/office/drawing/2014/main" id="{6E005C5E-98BC-8608-685C-37FD51F44904}"/>
                    </a:ext>
                  </a:extLst>
                </p:cNvPr>
                <p:cNvSpPr txBox="1"/>
                <p:nvPr/>
              </p:nvSpPr>
              <p:spPr>
                <a:xfrm>
                  <a:off x="8999255" y="2883305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69" name="Textfeld 168">
                  <a:extLst>
                    <a:ext uri="{FF2B5EF4-FFF2-40B4-BE49-F238E27FC236}">
                      <a16:creationId xmlns:a16="http://schemas.microsoft.com/office/drawing/2014/main" id="{6E005C5E-98BC-8608-685C-37FD51F44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9255" y="2883305"/>
                  <a:ext cx="377026" cy="3539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feld 171">
                  <a:extLst>
                    <a:ext uri="{FF2B5EF4-FFF2-40B4-BE49-F238E27FC236}">
                      <a16:creationId xmlns:a16="http://schemas.microsoft.com/office/drawing/2014/main" id="{715BBC03-A45E-42EC-5460-0D817D773678}"/>
                    </a:ext>
                  </a:extLst>
                </p:cNvPr>
                <p:cNvSpPr txBox="1"/>
                <p:nvPr/>
              </p:nvSpPr>
              <p:spPr>
                <a:xfrm>
                  <a:off x="9090851" y="813273"/>
                  <a:ext cx="2135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2" name="Textfeld 171">
                  <a:extLst>
                    <a:ext uri="{FF2B5EF4-FFF2-40B4-BE49-F238E27FC236}">
                      <a16:creationId xmlns:a16="http://schemas.microsoft.com/office/drawing/2014/main" id="{715BBC03-A45E-42EC-5460-0D817D773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0851" y="813273"/>
                  <a:ext cx="21352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8571" r="-22857" b="-652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feld 172">
                  <a:extLst>
                    <a:ext uri="{FF2B5EF4-FFF2-40B4-BE49-F238E27FC236}">
                      <a16:creationId xmlns:a16="http://schemas.microsoft.com/office/drawing/2014/main" id="{51DFE7DF-582D-24C4-BA86-C0C6E10F59FA}"/>
                    </a:ext>
                  </a:extLst>
                </p:cNvPr>
                <p:cNvSpPr txBox="1"/>
                <p:nvPr/>
              </p:nvSpPr>
              <p:spPr>
                <a:xfrm>
                  <a:off x="10574646" y="1374339"/>
                  <a:ext cx="383951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73" name="Textfeld 172">
                  <a:extLst>
                    <a:ext uri="{FF2B5EF4-FFF2-40B4-BE49-F238E27FC236}">
                      <a16:creationId xmlns:a16="http://schemas.microsoft.com/office/drawing/2014/main" id="{51DFE7DF-582D-24C4-BA86-C0C6E10F5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4646" y="1374339"/>
                  <a:ext cx="383951" cy="3539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E134504B-DED2-F048-8F5E-658C6722D36F}"/>
                    </a:ext>
                  </a:extLst>
                </p:cNvPr>
                <p:cNvSpPr txBox="1"/>
                <p:nvPr/>
              </p:nvSpPr>
              <p:spPr>
                <a:xfrm>
                  <a:off x="10588681" y="1965827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E134504B-DED2-F048-8F5E-658C6722D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8681" y="1965827"/>
                  <a:ext cx="377026" cy="3539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feld 174">
                  <a:extLst>
                    <a:ext uri="{FF2B5EF4-FFF2-40B4-BE49-F238E27FC236}">
                      <a16:creationId xmlns:a16="http://schemas.microsoft.com/office/drawing/2014/main" id="{FAA9AC18-9AF1-DFE3-2910-098F5AEFCB65}"/>
                    </a:ext>
                  </a:extLst>
                </p:cNvPr>
                <p:cNvSpPr txBox="1"/>
                <p:nvPr/>
              </p:nvSpPr>
              <p:spPr>
                <a:xfrm>
                  <a:off x="10584670" y="2325299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75" name="Textfeld 174">
                  <a:extLst>
                    <a:ext uri="{FF2B5EF4-FFF2-40B4-BE49-F238E27FC236}">
                      <a16:creationId xmlns:a16="http://schemas.microsoft.com/office/drawing/2014/main" id="{FAA9AC18-9AF1-DFE3-2910-098F5AEFC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670" y="2325299"/>
                  <a:ext cx="377026" cy="3539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feld 175">
                  <a:extLst>
                    <a:ext uri="{FF2B5EF4-FFF2-40B4-BE49-F238E27FC236}">
                      <a16:creationId xmlns:a16="http://schemas.microsoft.com/office/drawing/2014/main" id="{AA9141B3-1EC7-5563-66F8-A852FA54D0DB}"/>
                    </a:ext>
                  </a:extLst>
                </p:cNvPr>
                <p:cNvSpPr txBox="1"/>
                <p:nvPr/>
              </p:nvSpPr>
              <p:spPr>
                <a:xfrm>
                  <a:off x="10584672" y="2725715"/>
                  <a:ext cx="390363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76" name="Textfeld 175">
                  <a:extLst>
                    <a:ext uri="{FF2B5EF4-FFF2-40B4-BE49-F238E27FC236}">
                      <a16:creationId xmlns:a16="http://schemas.microsoft.com/office/drawing/2014/main" id="{AA9141B3-1EC7-5563-66F8-A852FA54D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672" y="2725715"/>
                  <a:ext cx="390363" cy="3539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feld 183">
                  <a:extLst>
                    <a:ext uri="{FF2B5EF4-FFF2-40B4-BE49-F238E27FC236}">
                      <a16:creationId xmlns:a16="http://schemas.microsoft.com/office/drawing/2014/main" id="{ED6F0077-504E-2F7F-FD70-A0AB3CEFC707}"/>
                    </a:ext>
                  </a:extLst>
                </p:cNvPr>
                <p:cNvSpPr txBox="1"/>
                <p:nvPr/>
              </p:nvSpPr>
              <p:spPr>
                <a:xfrm>
                  <a:off x="11353041" y="1909889"/>
                  <a:ext cx="40107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84" name="Textfeld 183">
                  <a:extLst>
                    <a:ext uri="{FF2B5EF4-FFF2-40B4-BE49-F238E27FC236}">
                      <a16:creationId xmlns:a16="http://schemas.microsoft.com/office/drawing/2014/main" id="{ED6F0077-504E-2F7F-FD70-A0AB3CEFC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3041" y="1909889"/>
                  <a:ext cx="401072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5" name="Gerader Verbinder 184">
              <a:extLst>
                <a:ext uri="{FF2B5EF4-FFF2-40B4-BE49-F238E27FC236}">
                  <a16:creationId xmlns:a16="http://schemas.microsoft.com/office/drawing/2014/main" id="{4534078A-2C26-6276-B987-DB6ECEC58728}"/>
                </a:ext>
              </a:extLst>
            </p:cNvPr>
            <p:cNvCxnSpPr>
              <a:cxnSpLocks/>
              <a:stCxn id="184" idx="1"/>
              <a:endCxn id="182" idx="7"/>
            </p:cNvCxnSpPr>
            <p:nvPr/>
          </p:nvCxnSpPr>
          <p:spPr>
            <a:xfrm flipH="1">
              <a:off x="10987769" y="2079166"/>
              <a:ext cx="365272" cy="30712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feld 188">
                  <a:extLst>
                    <a:ext uri="{FF2B5EF4-FFF2-40B4-BE49-F238E27FC236}">
                      <a16:creationId xmlns:a16="http://schemas.microsoft.com/office/drawing/2014/main" id="{3CADD9DC-078E-4637-0704-7F66FA51DB32}"/>
                    </a:ext>
                  </a:extLst>
                </p:cNvPr>
                <p:cNvSpPr txBox="1"/>
                <p:nvPr/>
              </p:nvSpPr>
              <p:spPr>
                <a:xfrm>
                  <a:off x="10666425" y="807744"/>
                  <a:ext cx="1883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89" name="Textfeld 188">
                  <a:extLst>
                    <a:ext uri="{FF2B5EF4-FFF2-40B4-BE49-F238E27FC236}">
                      <a16:creationId xmlns:a16="http://schemas.microsoft.com/office/drawing/2014/main" id="{3CADD9DC-078E-4637-0704-7F66FA51DB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6425" y="807744"/>
                  <a:ext cx="188385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9032" r="-32258" b="-652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0" name="Gerade Verbindung mit Pfeil 189">
              <a:extLst>
                <a:ext uri="{FF2B5EF4-FFF2-40B4-BE49-F238E27FC236}">
                  <a16:creationId xmlns:a16="http://schemas.microsoft.com/office/drawing/2014/main" id="{498EDCD2-733D-461D-E22D-6030FBFD4FFC}"/>
                </a:ext>
              </a:extLst>
            </p:cNvPr>
            <p:cNvCxnSpPr/>
            <p:nvPr/>
          </p:nvCxnSpPr>
          <p:spPr>
            <a:xfrm>
              <a:off x="9552481" y="947464"/>
              <a:ext cx="784595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feld 190">
                  <a:extLst>
                    <a:ext uri="{FF2B5EF4-FFF2-40B4-BE49-F238E27FC236}">
                      <a16:creationId xmlns:a16="http://schemas.microsoft.com/office/drawing/2014/main" id="{E8865186-3A8F-9E9C-9437-4F16B4AFFD2A}"/>
                    </a:ext>
                  </a:extLst>
                </p:cNvPr>
                <p:cNvSpPr txBox="1"/>
                <p:nvPr/>
              </p:nvSpPr>
              <p:spPr>
                <a:xfrm>
                  <a:off x="9887541" y="794978"/>
                  <a:ext cx="17985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91" name="Textfeld 190">
                  <a:extLst>
                    <a:ext uri="{FF2B5EF4-FFF2-40B4-BE49-F238E27FC236}">
                      <a16:creationId xmlns:a16="http://schemas.microsoft.com/office/drawing/2014/main" id="{E8865186-3A8F-9E9C-9437-4F16B4AFF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7541" y="794978"/>
                  <a:ext cx="179857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48276" t="-2174" r="-48276" b="-3260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feld 194">
                  <a:extLst>
                    <a:ext uri="{FF2B5EF4-FFF2-40B4-BE49-F238E27FC236}">
                      <a16:creationId xmlns:a16="http://schemas.microsoft.com/office/drawing/2014/main" id="{8ACFDDE5-0A40-EE72-36B5-4B38C563671D}"/>
                    </a:ext>
                  </a:extLst>
                </p:cNvPr>
                <p:cNvSpPr txBox="1"/>
                <p:nvPr/>
              </p:nvSpPr>
              <p:spPr>
                <a:xfrm>
                  <a:off x="7932480" y="1681963"/>
                  <a:ext cx="85683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1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5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de-DE" sz="15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de-DE" sz="1500" dirty="0"/>
                </a:p>
              </p:txBody>
            </p:sp>
          </mc:Choice>
          <mc:Fallback xmlns="">
            <p:sp>
              <p:nvSpPr>
                <p:cNvPr id="195" name="Textfeld 194">
                  <a:extLst>
                    <a:ext uri="{FF2B5EF4-FFF2-40B4-BE49-F238E27FC236}">
                      <a16:creationId xmlns:a16="http://schemas.microsoft.com/office/drawing/2014/main" id="{8ACFDDE5-0A40-EE72-36B5-4B38C5636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480" y="1681963"/>
                  <a:ext cx="856838" cy="323165"/>
                </a:xfrm>
                <a:prstGeom prst="rect">
                  <a:avLst/>
                </a:prstGeom>
                <a:blipFill>
                  <a:blip r:embed="rId15"/>
                  <a:stretch>
                    <a:fillRect b="-943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7" name="Gerader Verbinder 196">
              <a:extLst>
                <a:ext uri="{FF2B5EF4-FFF2-40B4-BE49-F238E27FC236}">
                  <a16:creationId xmlns:a16="http://schemas.microsoft.com/office/drawing/2014/main" id="{B316452D-E281-7718-3928-F13483FDFED7}"/>
                </a:ext>
              </a:extLst>
            </p:cNvPr>
            <p:cNvCxnSpPr>
              <a:cxnSpLocks/>
              <a:stCxn id="195" idx="3"/>
              <a:endCxn id="193" idx="1"/>
            </p:cNvCxnSpPr>
            <p:nvPr/>
          </p:nvCxnSpPr>
          <p:spPr>
            <a:xfrm>
              <a:off x="8789318" y="1843546"/>
              <a:ext cx="240605" cy="11134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61CE1A92-7CF9-B989-F818-8E50CAECE792}"/>
                </a:ext>
              </a:extLst>
            </p:cNvPr>
            <p:cNvCxnSpPr>
              <a:cxnSpLocks/>
            </p:cNvCxnSpPr>
            <p:nvPr/>
          </p:nvCxnSpPr>
          <p:spPr>
            <a:xfrm>
              <a:off x="9259263" y="1592067"/>
              <a:ext cx="1428732" cy="5227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B019A66F-2F5F-2C1C-52AD-00CED1A5BFE0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00" y="1958363"/>
              <a:ext cx="1411679" cy="8567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3F130A46-3029-944E-F0AF-C01C40071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9289" y="2933201"/>
              <a:ext cx="1415690" cy="12405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mit Pfeil 61">
              <a:extLst>
                <a:ext uri="{FF2B5EF4-FFF2-40B4-BE49-F238E27FC236}">
                  <a16:creationId xmlns:a16="http://schemas.microsoft.com/office/drawing/2014/main" id="{A5554160-1851-6FCF-7FC7-A462BE03F9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9289" y="2573645"/>
              <a:ext cx="1413996" cy="1173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mit Pfeil 62">
              <a:extLst>
                <a:ext uri="{FF2B5EF4-FFF2-40B4-BE49-F238E27FC236}">
                  <a16:creationId xmlns:a16="http://schemas.microsoft.com/office/drawing/2014/main" id="{7CDA2FB6-14C3-8767-3D81-3735080B83E7}"/>
                </a:ext>
              </a:extLst>
            </p:cNvPr>
            <p:cNvCxnSpPr>
              <a:cxnSpLocks/>
            </p:cNvCxnSpPr>
            <p:nvPr/>
          </p:nvCxnSpPr>
          <p:spPr>
            <a:xfrm>
              <a:off x="9269289" y="2324659"/>
              <a:ext cx="1422708" cy="1270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891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</Words>
  <Application>Microsoft Office PowerPoint</Application>
  <PresentationFormat>Benutzerdefiniert</PresentationFormat>
  <Paragraphs>14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9</cp:revision>
  <dcterms:created xsi:type="dcterms:W3CDTF">2024-09-19T04:48:59Z</dcterms:created>
  <dcterms:modified xsi:type="dcterms:W3CDTF">2024-09-23T05:35:46Z</dcterms:modified>
</cp:coreProperties>
</file>